
<file path=[Content_Types].xml><?xml version="1.0" encoding="utf-8"?>
<Types xmlns="http://schemas.openxmlformats.org/package/2006/content-types">
  <Default Extension="png" ContentType="image/png"/>
  <Default Extension="gif" ContentType="image/gi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4.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p:sldMasterIdLst>
    <p:sldMasterId id="2147483648" r:id="rId1"/>
    <p:sldMasterId id="2147483661" r:id="rId3"/>
  </p:sldMasterIdLst>
  <p:notesMasterIdLst>
    <p:notesMasterId r:id="rId5"/>
  </p:notesMasterIdLst>
  <p:sldIdLst>
    <p:sldId id="715" r:id="rId4"/>
    <p:sldId id="716" r:id="rId6"/>
    <p:sldId id="717" r:id="rId7"/>
    <p:sldId id="695" r:id="rId8"/>
    <p:sldId id="698" r:id="rId9"/>
    <p:sldId id="699" r:id="rId10"/>
    <p:sldId id="700" r:id="rId11"/>
    <p:sldId id="701" r:id="rId12"/>
    <p:sldId id="702" r:id="rId13"/>
    <p:sldId id="703" r:id="rId14"/>
    <p:sldId id="708" r:id="rId15"/>
    <p:sldId id="709" r:id="rId16"/>
    <p:sldId id="710" r:id="rId17"/>
    <p:sldId id="711" r:id="rId18"/>
    <p:sldId id="712" r:id="rId19"/>
    <p:sldId id="706" r:id="rId20"/>
    <p:sldId id="713" r:id="rId21"/>
    <p:sldId id="714" r:id="rId22"/>
  </p:sldIdLst>
  <p:sldSz cx="9144000" cy="5143500" type="screen16x9"/>
  <p:notesSz cx="6858000" cy="9144000"/>
  <p:custDataLst>
    <p:tags r:id="rId27"/>
  </p:custDataLst>
  <p:defaultTextStyle>
    <a:defPPr>
      <a:defRPr lang="en-US"/>
    </a:defPPr>
    <a:lvl1pPr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1pPr>
    <a:lvl2pPr marL="285750" indent="171450"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2pPr>
    <a:lvl3pPr marL="573405" indent="341630"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3pPr>
    <a:lvl4pPr marL="860425" indent="511175"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4pPr>
    <a:lvl5pPr marL="1148080" indent="681355"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5pPr>
    <a:lvl6pPr marL="22860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6pPr>
    <a:lvl7pPr marL="27432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7pPr>
    <a:lvl8pPr marL="32004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8pPr>
    <a:lvl9pPr marL="36576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9pPr>
  </p:defaultTextStyle>
  <p:extLst>
    <p:ext uri="{521415D9-36F7-43E2-AB2F-B90AF26B5E84}">
      <p14:sectionLst xmlns:p14="http://schemas.microsoft.com/office/powerpoint/2010/main">
        <p14:section name="Notice" id="{2B21CF4D-394B-4756-8841-2FCF6D9DAC92}">
          <p14:sldIdLst>
            <p14:sldId id="715"/>
            <p14:sldId id="716"/>
            <p14:sldId id="717"/>
            <p14:sldId id="695"/>
          </p14:sldIdLst>
        </p14:section>
        <p14:section name="Perface" id="{a2c69271-c460-4cb7-ad70-3be36749dd9c}">
          <p14:sldIdLst>
            <p14:sldId id="698"/>
            <p14:sldId id="699"/>
            <p14:sldId id="700"/>
            <p14:sldId id="701"/>
            <p14:sldId id="702"/>
          </p14:sldIdLst>
        </p14:section>
        <p14:section name="Chap1" id="{2fe582ab-cabf-4608-b446-bdc2fa80ea90}">
          <p14:sldIdLst>
            <p14:sldId id="703"/>
            <p14:sldId id="708"/>
            <p14:sldId id="709"/>
            <p14:sldId id="710"/>
            <p14:sldId id="711"/>
            <p14:sldId id="712"/>
            <p14:sldId id="706"/>
            <p14:sldId id="713"/>
            <p14:sldId id="714"/>
          </p14:sldIdLst>
        </p14:section>
      </p14:sectionLst>
    </p:ext>
    <p:ext uri="{EFAFB233-063F-42B5-8137-9DF3F51BA10A}">
      <p15:sldGuideLst xmlns:p15="http://schemas.microsoft.com/office/powerpoint/2012/main">
        <p15:guide id="1" orient="horz" pos="1575"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2926" autoAdjust="0"/>
  </p:normalViewPr>
  <p:slideViewPr>
    <p:cSldViewPr showGuides="1">
      <p:cViewPr varScale="1">
        <p:scale>
          <a:sx n="147" d="100"/>
          <a:sy n="147" d="100"/>
        </p:scale>
        <p:origin x="564" y="138"/>
      </p:cViewPr>
      <p:guideLst>
        <p:guide orient="horz" pos="1575"/>
        <p:guide pos="2880"/>
      </p:guideLst>
    </p:cSldViewPr>
  </p:slideViewPr>
  <p:notesTextViewPr>
    <p:cViewPr>
      <p:scale>
        <a:sx n="1" d="1"/>
        <a:sy n="1" d="1"/>
      </p:scale>
      <p:origin x="0" y="0"/>
    </p:cViewPr>
  </p:notesTextViewPr>
  <p:sorterViewPr>
    <p:cViewPr varScale="1">
      <p:scale>
        <a:sx n="100" d="100"/>
        <a:sy n="100" d="100"/>
      </p:scale>
      <p:origin x="0" y="-396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gs" Target="tags/tag10.xml"/><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
          <p:cNvSpPr>
            <a:spLocks noGrp="1" noRot="1" noChangeAspect="1"/>
          </p:cNvSpPr>
          <p:nvPr>
            <p:ph type="sldImg"/>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Rectangle 2"/>
          <p:cNvSpPr>
            <a:spLocks noGrp="1"/>
          </p:cNvSpPr>
          <p:nvPr>
            <p:ph type="body" sz="quarter" idx="1"/>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en-US" altLang="en-US" noProof="0">
                <a:sym typeface="Helvetica Neue" charset="0"/>
              </a:rPr>
              <a:t>Click to edit Template text styles</a:t>
            </a:r>
            <a:endParaRPr lang="en-US" altLang="en-US" noProof="0">
              <a:sym typeface="Helvetica Neue" charset="0"/>
            </a:endParaRPr>
          </a:p>
          <a:p>
            <a:pPr lvl="1"/>
            <a:r>
              <a:rPr lang="en-US" altLang="en-US" noProof="0">
                <a:sym typeface="Helvetica Neue" charset="0"/>
              </a:rPr>
              <a:t>Second level</a:t>
            </a:r>
            <a:endParaRPr lang="en-US" altLang="en-US" noProof="0">
              <a:sym typeface="Helvetica Neue" charset="0"/>
            </a:endParaRPr>
          </a:p>
          <a:p>
            <a:pPr lvl="2"/>
            <a:r>
              <a:rPr lang="en-US" altLang="en-US" noProof="0">
                <a:sym typeface="Helvetica Neue" charset="0"/>
              </a:rPr>
              <a:t>Third level</a:t>
            </a:r>
            <a:endParaRPr lang="en-US" altLang="en-US" noProof="0">
              <a:sym typeface="Helvetica Neue" charset="0"/>
            </a:endParaRPr>
          </a:p>
          <a:p>
            <a:pPr lvl="3"/>
            <a:r>
              <a:rPr lang="en-US" altLang="en-US" noProof="0">
                <a:sym typeface="Helvetica Neue" charset="0"/>
              </a:rPr>
              <a:t>Fourth level</a:t>
            </a:r>
            <a:endParaRPr lang="en-US" altLang="en-US" noProof="0">
              <a:sym typeface="Helvetica Neue" charset="0"/>
            </a:endParaRPr>
          </a:p>
          <a:p>
            <a:pPr lvl="4"/>
            <a:r>
              <a:rPr lang="en-US" altLang="en-US" noProof="0">
                <a:sym typeface="Helvetica Neue" charset="0"/>
              </a:rPr>
              <a:t>Fifth level</a:t>
            </a:r>
            <a:endParaRPr lang="en-US" altLang="en-US" noProof="0">
              <a:sym typeface="Helvetica Neue" charset="0"/>
            </a:endParaRPr>
          </a:p>
        </p:txBody>
      </p:sp>
    </p:spTree>
  </p:cSld>
  <p:clrMap bg1="lt1" tx1="dk1" bg2="lt2" tx2="dk2" accent1="accent1" accent2="accent2" accent3="accent3" accent4="accent4" accent5="accent5" accent6="accent6" hlink="hlink" folHlink="folHlink"/>
  <p:notesStyle>
    <a:lvl1pPr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1pPr>
    <a:lvl2pPr indent="142875"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2pPr>
    <a:lvl3pPr indent="285750"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3pPr>
    <a:lvl4pPr indent="430530"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4pPr>
    <a:lvl5pPr indent="573405"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5pPr>
    <a:lvl6pPr marL="1435100" algn="l" defTabSz="574040" rtl="0" eaLnBrk="1" latinLnBrk="0" hangingPunct="1">
      <a:defRPr sz="700" kern="1200">
        <a:solidFill>
          <a:schemeClr val="tx1"/>
        </a:solidFill>
        <a:latin typeface="+mn-lt"/>
        <a:ea typeface="+mn-ea"/>
        <a:cs typeface="+mn-cs"/>
      </a:defRPr>
    </a:lvl6pPr>
    <a:lvl7pPr marL="1722120" algn="l" defTabSz="574040" rtl="0" eaLnBrk="1" latinLnBrk="0" hangingPunct="1">
      <a:defRPr sz="700" kern="1200">
        <a:solidFill>
          <a:schemeClr val="tx1"/>
        </a:solidFill>
        <a:latin typeface="+mn-lt"/>
        <a:ea typeface="+mn-ea"/>
        <a:cs typeface="+mn-cs"/>
      </a:defRPr>
    </a:lvl7pPr>
    <a:lvl8pPr marL="2009140" algn="l" defTabSz="574040" rtl="0" eaLnBrk="1" latinLnBrk="0" hangingPunct="1">
      <a:defRPr sz="700" kern="1200">
        <a:solidFill>
          <a:schemeClr val="tx1"/>
        </a:solidFill>
        <a:latin typeface="+mn-lt"/>
        <a:ea typeface="+mn-ea"/>
        <a:cs typeface="+mn-cs"/>
      </a:defRPr>
    </a:lvl8pPr>
    <a:lvl9pPr marL="2295525" algn="l" defTabSz="574040" rtl="0" eaLnBrk="1" latinLnBrk="0" hangingPunct="1">
      <a:defRPr sz="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lang="zh-CN" altLang="en-US"/>
              <a:t>I am very happy to have the opportunity to meet with you all in this course.</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lang="zh-CN" altLang="en-US"/>
              <a:t>https://en.wikipedia.org/wiki/Proof_without_words</a:t>
            </a:r>
            <a:endParaRPr lang="zh-CN" altLang="en-US"/>
          </a:p>
          <a:p>
            <a:r>
              <a:rPr lang="zh-CN" altLang="en-US"/>
              <a:t>https://byjus.com/physics/einstein-field-equation/</a:t>
            </a:r>
            <a:endParaRPr lang="zh-CN" altLang="en-US"/>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lang="en-US">
                <a:sym typeface="+mn-ea"/>
              </a:rPr>
              <a:t>https://doodles.google/doodle/alan-turings-100th-birthday/</a:t>
            </a:r>
            <a:endParaRPr 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lang="zh-CN" altLang="en-US"/>
              <a:t>https://www.amazon.com/Show-Stopper-Breakneck-Generation-Microsoft/dp/0029356717</a:t>
            </a:r>
            <a:endParaRPr lang="zh-CN" altLang="en-US"/>
          </a:p>
          <a:p>
            <a:endParaRPr lang="zh-CN" altLang="en-US"/>
          </a:p>
          <a:p>
            <a:r>
              <a:rPr lang="zh-CN" altLang="en-US"/>
              <a:t>https://www.amazon.com/Just-Fun-Story-Accidental-Revolutionary/dp/0066620732</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lang="en-US" altLang="zh-CN"/>
              <a:t>A. Demonstrate a foundational understanding of database design principles.</a:t>
            </a:r>
            <a:endParaRPr lang="en-US" altLang="zh-CN"/>
          </a:p>
          <a:p>
            <a:r>
              <a:rPr lang="en-US" altLang="zh-CN"/>
              <a:t>B. Demonstrate proficiency in practical tasks such as database creation, manipulation, and querying using a database management system like MySQL.</a:t>
            </a:r>
            <a:endParaRPr lang="en-US" altLang="zh-CN"/>
          </a:p>
          <a:p>
            <a:r>
              <a:rPr lang="en-US" altLang="zh-CN"/>
              <a:t>C. Exhibit comprehensive knowledge and practical skills in SQL, including the ability to write complex queries for data retrieval, manipulation, and management within a relational database environment.</a:t>
            </a:r>
            <a:endParaRPr lang="en-US" altLang="zh-CN"/>
          </a:p>
          <a:p>
            <a:r>
              <a:rPr lang="en-US" altLang="zh-CN"/>
              <a:t>D. Analyze and evaluate the processes involved in creating and maintaining information systems, with a focus on understanding the legal, ethical, and security considerations associated with data management and privacy.</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lang="en-US" altLang="zh-CN">
                <a:sym typeface="+mn-ea"/>
              </a:rPr>
              <a:t> -- critical for data processing,https://en.wikipedia.org/wiki/Extract,_transform,_load</a:t>
            </a:r>
            <a:endParaRPr lang="en-US" altLang="zh-CN"/>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lang="zh-CN" altLang="en-US"/>
              <a:t>https://onecompiler.com/postgresql</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lang="en-US" altLang="zh-CN"/>
              <a:t>The E-R model is a conceptual design tool that helps us understand the structure and relationships of data, but the final implementation can be a relational model or other data models, such as a document model (such as MongoDB) or a graph model (such as Neo4j).</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183"/>
            <a:ext cx="6858000" cy="1790680"/>
          </a:xfrm>
        </p:spPr>
        <p:txBody>
          <a:bodyPr anchor="b"/>
          <a:lstStyle>
            <a:lvl1pPr algn="ctr">
              <a:defRPr sz="3800"/>
            </a:lvl1pPr>
          </a:lstStyle>
          <a:p>
            <a:r>
              <a:rPr lang="en-US"/>
              <a:t>Click to edit Master title style</a:t>
            </a:r>
            <a:endParaRPr lang="en-US"/>
          </a:p>
        </p:txBody>
      </p:sp>
      <p:sp>
        <p:nvSpPr>
          <p:cNvPr id="3" name="Subtitle 2"/>
          <p:cNvSpPr>
            <a:spLocks noGrp="1"/>
          </p:cNvSpPr>
          <p:nvPr>
            <p:ph type="subTitle" idx="1"/>
          </p:nvPr>
        </p:nvSpPr>
        <p:spPr>
          <a:xfrm>
            <a:off x="1143000" y="2701508"/>
            <a:ext cx="6858000" cy="1241505"/>
          </a:xfrm>
        </p:spPr>
        <p:txBody>
          <a:bodyPr/>
          <a:lstStyle>
            <a:lvl1pPr marL="0" indent="0" algn="ctr">
              <a:buNone/>
              <a:defRPr sz="1600"/>
            </a:lvl1pPr>
            <a:lvl2pPr marL="287020" indent="0" algn="ctr">
              <a:buNone/>
              <a:defRPr sz="1200"/>
            </a:lvl2pPr>
            <a:lvl3pPr marL="574040" indent="0" algn="ctr">
              <a:buNone/>
              <a:defRPr sz="1200"/>
            </a:lvl3pPr>
            <a:lvl4pPr marL="861060" indent="0" algn="ctr">
              <a:buNone/>
              <a:defRPr sz="1100"/>
            </a:lvl4pPr>
            <a:lvl5pPr marL="1148080" indent="0" algn="ctr">
              <a:buNone/>
              <a:defRPr sz="1100"/>
            </a:lvl5pPr>
            <a:lvl6pPr marL="1435100" indent="0" algn="ctr">
              <a:buNone/>
              <a:defRPr sz="1100"/>
            </a:lvl6pPr>
            <a:lvl7pPr marL="1722120" indent="0" algn="ctr">
              <a:buNone/>
              <a:defRPr sz="1100"/>
            </a:lvl7pPr>
            <a:lvl8pPr marL="2009140" indent="0" algn="ctr">
              <a:buNone/>
              <a:defRPr sz="1100"/>
            </a:lvl8pPr>
            <a:lvl9pPr marL="2295525" indent="0" algn="ctr">
              <a:buNone/>
              <a:defRPr sz="1100"/>
            </a:lvl9pPr>
          </a:lstStyle>
          <a:p>
            <a:r>
              <a:rPr lang="en-US"/>
              <a:t>Click to edit Master subtitle style</a:t>
            </a:r>
            <a:endParaRPr lang="en-US"/>
          </a:p>
        </p:txBody>
      </p:sp>
      <p:sp>
        <p:nvSpPr>
          <p:cNvPr id="4" name="Rectangle 5"/>
          <p:cNvSpPr>
            <a:spLocks noGrp="1"/>
          </p:cNvSpPr>
          <p:nvPr>
            <p:ph type="sldNum" sz="quarter" idx="10"/>
          </p:nvPr>
        </p:nvSpPr>
        <p:spPr/>
        <p:txBody>
          <a:bodyPr/>
          <a:lstStyle>
            <a:lvl1pPr>
              <a:defRPr/>
            </a:lvl1pPr>
          </a:lstStyle>
          <a:p>
            <a:fld id="{606C9A41-D864-428D-9C31-5294F3735FA1}"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C4BFCE12-62F8-4935-B4B3-E8FB1AC9A4A0}"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964" y="1282528"/>
            <a:ext cx="7887146" cy="2138940"/>
          </a:xfrm>
        </p:spPr>
        <p:txBody>
          <a:bodyPr anchor="b"/>
          <a:lstStyle>
            <a:lvl1pPr>
              <a:defRPr sz="3800"/>
            </a:lvl1pPr>
          </a:lstStyle>
          <a:p>
            <a:r>
              <a:rPr lang="en-US"/>
              <a:t>Click to edit Master title style</a:t>
            </a:r>
            <a:endParaRPr lang="en-US"/>
          </a:p>
        </p:txBody>
      </p:sp>
      <p:sp>
        <p:nvSpPr>
          <p:cNvPr id="3" name="Text Placeholder 2"/>
          <p:cNvSpPr>
            <a:spLocks noGrp="1"/>
          </p:cNvSpPr>
          <p:nvPr>
            <p:ph type="body" idx="1"/>
          </p:nvPr>
        </p:nvSpPr>
        <p:spPr>
          <a:xfrm>
            <a:off x="623964" y="3442396"/>
            <a:ext cx="7887146" cy="1125141"/>
          </a:xfrm>
        </p:spPr>
        <p:txBody>
          <a:bodyPr/>
          <a:lstStyle>
            <a:lvl1pPr marL="0" indent="0">
              <a:buNone/>
              <a:defRPr sz="1600"/>
            </a:lvl1pPr>
            <a:lvl2pPr marL="287020" indent="0">
              <a:buNone/>
              <a:defRPr sz="1200"/>
            </a:lvl2pPr>
            <a:lvl3pPr marL="574040" indent="0">
              <a:buNone/>
              <a:defRPr sz="1200"/>
            </a:lvl3pPr>
            <a:lvl4pPr marL="861060" indent="0">
              <a:buNone/>
              <a:defRPr sz="1100"/>
            </a:lvl4pPr>
            <a:lvl5pPr marL="1148080" indent="0">
              <a:buNone/>
              <a:defRPr sz="1100"/>
            </a:lvl5pPr>
            <a:lvl6pPr marL="1435100" indent="0">
              <a:buNone/>
              <a:defRPr sz="1100"/>
            </a:lvl6pPr>
            <a:lvl7pPr marL="1722120" indent="0">
              <a:buNone/>
              <a:defRPr sz="1100"/>
            </a:lvl7pPr>
            <a:lvl8pPr marL="2009140" indent="0">
              <a:buNone/>
              <a:defRPr sz="1100"/>
            </a:lvl8pPr>
            <a:lvl9pPr marL="2295525" indent="0">
              <a:buNone/>
              <a:defRPr sz="1100"/>
            </a:lvl9pPr>
          </a:lstStyle>
          <a:p>
            <a:pPr lvl="0"/>
            <a:r>
              <a:rPr lang="en-US"/>
              <a:t>Click to edit Master text styles</a:t>
            </a:r>
            <a:endParaRPr lang="en-US"/>
          </a:p>
        </p:txBody>
      </p:sp>
      <p:sp>
        <p:nvSpPr>
          <p:cNvPr id="4" name="Rectangle 5"/>
          <p:cNvSpPr>
            <a:spLocks noGrp="1"/>
          </p:cNvSpPr>
          <p:nvPr>
            <p:ph type="sldNum" sz="quarter" idx="10"/>
          </p:nvPr>
        </p:nvSpPr>
        <p:spPr/>
        <p:txBody>
          <a:bodyPr/>
          <a:lstStyle>
            <a:lvl1pPr>
              <a:defRPr/>
            </a:lvl1pPr>
          </a:lstStyle>
          <a:p>
            <a:fld id="{6EB6FB98-0011-4161-BE35-0A73E2FACDA8}"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348258" y="719117"/>
            <a:ext cx="4169049" cy="40493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4463" y="719117"/>
            <a:ext cx="4170164" cy="40493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5"/>
          <p:cNvSpPr>
            <a:spLocks noGrp="1"/>
          </p:cNvSpPr>
          <p:nvPr>
            <p:ph type="sldNum" sz="quarter" idx="10"/>
          </p:nvPr>
        </p:nvSpPr>
        <p:spPr/>
        <p:txBody>
          <a:bodyPr/>
          <a:lstStyle>
            <a:lvl1pPr>
              <a:defRPr/>
            </a:lvl1pPr>
          </a:lstStyle>
          <a:p>
            <a:fld id="{D2BF4A6C-FF74-409E-AF94-9AA6BEC52E2D}"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545" y="273752"/>
            <a:ext cx="7887146" cy="994545"/>
          </a:xfrm>
        </p:spPr>
        <p:txBody>
          <a:bodyPr/>
          <a:lstStyle/>
          <a:p>
            <a:r>
              <a:rPr lang="en-US"/>
              <a:t>Click to edit Master title style</a:t>
            </a:r>
            <a:endParaRPr lang="en-US"/>
          </a:p>
        </p:txBody>
      </p:sp>
      <p:sp>
        <p:nvSpPr>
          <p:cNvPr id="3" name="Text Placeholder 2"/>
          <p:cNvSpPr>
            <a:spLocks noGrp="1"/>
          </p:cNvSpPr>
          <p:nvPr>
            <p:ph type="body" idx="1"/>
          </p:nvPr>
        </p:nvSpPr>
        <p:spPr>
          <a:xfrm>
            <a:off x="629544" y="1260762"/>
            <a:ext cx="3868788" cy="617822"/>
          </a:xfrm>
        </p:spPr>
        <p:txBody>
          <a:bodyPr anchor="b"/>
          <a:lstStyle>
            <a:lvl1pPr marL="0" indent="0">
              <a:buNone/>
              <a:defRPr sz="1600" b="1"/>
            </a:lvl1pPr>
            <a:lvl2pPr marL="287020" indent="0">
              <a:buNone/>
              <a:defRPr sz="1200" b="1"/>
            </a:lvl2pPr>
            <a:lvl3pPr marL="574040" indent="0">
              <a:buNone/>
              <a:defRPr sz="1200" b="1"/>
            </a:lvl3pPr>
            <a:lvl4pPr marL="861060" indent="0">
              <a:buNone/>
              <a:defRPr sz="1100" b="1"/>
            </a:lvl4pPr>
            <a:lvl5pPr marL="1148080" indent="0">
              <a:buNone/>
              <a:defRPr sz="1100" b="1"/>
            </a:lvl5pPr>
            <a:lvl6pPr marL="1435100" indent="0">
              <a:buNone/>
              <a:defRPr sz="1100" b="1"/>
            </a:lvl6pPr>
            <a:lvl7pPr marL="1722120" indent="0">
              <a:buNone/>
              <a:defRPr sz="1100" b="1"/>
            </a:lvl7pPr>
            <a:lvl8pPr marL="2009140" indent="0">
              <a:buNone/>
              <a:defRPr sz="1100" b="1"/>
            </a:lvl8pPr>
            <a:lvl9pPr marL="2295525" indent="0">
              <a:buNone/>
              <a:defRPr sz="1100" b="1"/>
            </a:lvl9pPr>
          </a:lstStyle>
          <a:p>
            <a:pPr lvl="0"/>
            <a:r>
              <a:rPr lang="en-US"/>
              <a:t>Click to edit Master text styles</a:t>
            </a:r>
            <a:endParaRPr lang="en-US"/>
          </a:p>
        </p:txBody>
      </p:sp>
      <p:sp>
        <p:nvSpPr>
          <p:cNvPr id="4" name="Content Placeholder 3"/>
          <p:cNvSpPr>
            <a:spLocks noGrp="1"/>
          </p:cNvSpPr>
          <p:nvPr>
            <p:ph sz="half" idx="2"/>
          </p:nvPr>
        </p:nvSpPr>
        <p:spPr>
          <a:xfrm>
            <a:off x="629544" y="1878582"/>
            <a:ext cx="3868788" cy="27634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8928" y="1260762"/>
            <a:ext cx="3887762" cy="617822"/>
          </a:xfrm>
        </p:spPr>
        <p:txBody>
          <a:bodyPr anchor="b"/>
          <a:lstStyle>
            <a:lvl1pPr marL="0" indent="0">
              <a:buNone/>
              <a:defRPr sz="1600" b="1"/>
            </a:lvl1pPr>
            <a:lvl2pPr marL="287020" indent="0">
              <a:buNone/>
              <a:defRPr sz="1200" b="1"/>
            </a:lvl2pPr>
            <a:lvl3pPr marL="574040" indent="0">
              <a:buNone/>
              <a:defRPr sz="1200" b="1"/>
            </a:lvl3pPr>
            <a:lvl4pPr marL="861060" indent="0">
              <a:buNone/>
              <a:defRPr sz="1100" b="1"/>
            </a:lvl4pPr>
            <a:lvl5pPr marL="1148080" indent="0">
              <a:buNone/>
              <a:defRPr sz="1100" b="1"/>
            </a:lvl5pPr>
            <a:lvl6pPr marL="1435100" indent="0">
              <a:buNone/>
              <a:defRPr sz="1100" b="1"/>
            </a:lvl6pPr>
            <a:lvl7pPr marL="1722120" indent="0">
              <a:buNone/>
              <a:defRPr sz="1100" b="1"/>
            </a:lvl7pPr>
            <a:lvl8pPr marL="2009140" indent="0">
              <a:buNone/>
              <a:defRPr sz="1100" b="1"/>
            </a:lvl8pPr>
            <a:lvl9pPr marL="2295525" indent="0">
              <a:buNone/>
              <a:defRPr sz="1100" b="1"/>
            </a:lvl9pPr>
          </a:lstStyle>
          <a:p>
            <a:pPr lvl="0"/>
            <a:r>
              <a:rPr lang="en-US"/>
              <a:t>Click to edit Master text styles</a:t>
            </a:r>
            <a:endParaRPr lang="en-US"/>
          </a:p>
        </p:txBody>
      </p:sp>
      <p:sp>
        <p:nvSpPr>
          <p:cNvPr id="6" name="Content Placeholder 5"/>
          <p:cNvSpPr>
            <a:spLocks noGrp="1"/>
          </p:cNvSpPr>
          <p:nvPr>
            <p:ph sz="quarter" idx="4"/>
          </p:nvPr>
        </p:nvSpPr>
        <p:spPr>
          <a:xfrm>
            <a:off x="4628928" y="1878582"/>
            <a:ext cx="3887762" cy="27634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5"/>
          <p:cNvSpPr>
            <a:spLocks noGrp="1"/>
          </p:cNvSpPr>
          <p:nvPr>
            <p:ph type="sldNum" sz="quarter" idx="10"/>
          </p:nvPr>
        </p:nvSpPr>
        <p:spPr/>
        <p:txBody>
          <a:bodyPr/>
          <a:lstStyle>
            <a:lvl1pPr>
              <a:defRPr/>
            </a:lvl1pPr>
          </a:lstStyle>
          <a:p>
            <a:fld id="{F02642A5-B4C1-490D-823B-6F62026E5D0D}"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5"/>
          <p:cNvSpPr>
            <a:spLocks noGrp="1"/>
          </p:cNvSpPr>
          <p:nvPr>
            <p:ph type="sldNum" sz="quarter" idx="10"/>
          </p:nvPr>
        </p:nvSpPr>
        <p:spPr/>
        <p:txBody>
          <a:bodyPr/>
          <a:lstStyle>
            <a:lvl1pPr>
              <a:defRPr/>
            </a:lvl1pPr>
          </a:lstStyle>
          <a:p>
            <a:fld id="{99B72306-FD3C-4756-B3FD-766F3400AAC9}"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p:cNvSpPr>
          <p:nvPr>
            <p:ph type="sldNum" sz="quarter" idx="10"/>
          </p:nvPr>
        </p:nvSpPr>
        <p:spPr/>
        <p:txBody>
          <a:bodyPr/>
          <a:lstStyle>
            <a:lvl1pPr>
              <a:defRPr/>
            </a:lvl1pPr>
          </a:lstStyle>
          <a:p>
            <a:fld id="{46FCE69C-6874-463F-8672-A48ADE6CA405}"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544" y="343235"/>
            <a:ext cx="2949029" cy="1199650"/>
          </a:xfrm>
        </p:spPr>
        <p:txBody>
          <a:bodyPr anchor="b"/>
          <a:lstStyle>
            <a:lvl1pPr>
              <a:defRPr sz="2100"/>
            </a:lvl1pPr>
          </a:lstStyle>
          <a:p>
            <a:r>
              <a:rPr lang="en-US"/>
              <a:t>Click to edit Master title style</a:t>
            </a:r>
            <a:endParaRPr lang="en-US"/>
          </a:p>
        </p:txBody>
      </p:sp>
      <p:sp>
        <p:nvSpPr>
          <p:cNvPr id="3" name="Content Placeholder 2"/>
          <p:cNvSpPr>
            <a:spLocks noGrp="1"/>
          </p:cNvSpPr>
          <p:nvPr>
            <p:ph idx="1"/>
          </p:nvPr>
        </p:nvSpPr>
        <p:spPr>
          <a:xfrm>
            <a:off x="3887765" y="740886"/>
            <a:ext cx="4628926" cy="3655035"/>
          </a:xfrm>
        </p:spPr>
        <p:txBody>
          <a:bodyPr/>
          <a:lstStyle>
            <a:lvl1pPr>
              <a:defRPr sz="2100"/>
            </a:lvl1pPr>
            <a:lvl2pPr>
              <a:defRPr sz="1800"/>
            </a:lvl2pPr>
            <a:lvl3pPr>
              <a:defRPr sz="16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544" y="1542881"/>
            <a:ext cx="2949029" cy="2858895"/>
          </a:xfrm>
        </p:spPr>
        <p:txBody>
          <a:bodyPr/>
          <a:lstStyle>
            <a:lvl1pPr marL="0" indent="0">
              <a:buNone/>
              <a:defRPr sz="1100"/>
            </a:lvl1pPr>
            <a:lvl2pPr marL="287020" indent="0">
              <a:buNone/>
              <a:defRPr sz="900"/>
            </a:lvl2pPr>
            <a:lvl3pPr marL="574040" indent="0">
              <a:buNone/>
              <a:defRPr sz="700"/>
            </a:lvl3pPr>
            <a:lvl4pPr marL="861060" indent="0">
              <a:buNone/>
              <a:defRPr sz="700"/>
            </a:lvl4pPr>
            <a:lvl5pPr marL="1148080" indent="0">
              <a:buNone/>
              <a:defRPr sz="700"/>
            </a:lvl5pPr>
            <a:lvl6pPr marL="1435100" indent="0">
              <a:buNone/>
              <a:defRPr sz="700"/>
            </a:lvl6pPr>
            <a:lvl7pPr marL="1722120" indent="0">
              <a:buNone/>
              <a:defRPr sz="700"/>
            </a:lvl7pPr>
            <a:lvl8pPr marL="2009140" indent="0">
              <a:buNone/>
              <a:defRPr sz="700"/>
            </a:lvl8pPr>
            <a:lvl9pPr marL="2295525" indent="0">
              <a:buNone/>
              <a:defRPr sz="7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1EA9E2C9-38C0-4E05-A9A0-7FD9158DBDA4}"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544" y="343235"/>
            <a:ext cx="2949029" cy="1199650"/>
          </a:xfrm>
        </p:spPr>
        <p:txBody>
          <a:bodyPr anchor="b"/>
          <a:lstStyle>
            <a:lvl1pPr>
              <a:defRPr sz="2100"/>
            </a:lvl1pPr>
          </a:lstStyle>
          <a:p>
            <a:r>
              <a:rPr lang="en-US"/>
              <a:t>Click to edit Master title style</a:t>
            </a:r>
            <a:endParaRPr lang="en-US"/>
          </a:p>
        </p:txBody>
      </p:sp>
      <p:sp>
        <p:nvSpPr>
          <p:cNvPr id="3" name="Picture Placeholder 2"/>
          <p:cNvSpPr>
            <a:spLocks noGrp="1"/>
          </p:cNvSpPr>
          <p:nvPr>
            <p:ph type="pic" idx="1"/>
          </p:nvPr>
        </p:nvSpPr>
        <p:spPr>
          <a:xfrm>
            <a:off x="3887765" y="740886"/>
            <a:ext cx="4628926" cy="3655035"/>
          </a:xfrm>
        </p:spPr>
        <p:txBody>
          <a:bodyPr/>
          <a:lstStyle>
            <a:lvl1pPr marL="0" indent="0">
              <a:buNone/>
              <a:defRPr sz="2100"/>
            </a:lvl1pPr>
            <a:lvl2pPr marL="287020" indent="0">
              <a:buNone/>
              <a:defRPr sz="1800"/>
            </a:lvl2pPr>
            <a:lvl3pPr marL="574040" indent="0">
              <a:buNone/>
              <a:defRPr sz="1600"/>
            </a:lvl3pPr>
            <a:lvl4pPr marL="861060" indent="0">
              <a:buNone/>
              <a:defRPr sz="1200"/>
            </a:lvl4pPr>
            <a:lvl5pPr marL="1148080" indent="0">
              <a:buNone/>
              <a:defRPr sz="1200"/>
            </a:lvl5pPr>
            <a:lvl6pPr marL="1435100" indent="0">
              <a:buNone/>
              <a:defRPr sz="1200"/>
            </a:lvl6pPr>
            <a:lvl7pPr marL="1722120" indent="0">
              <a:buNone/>
              <a:defRPr sz="1200"/>
            </a:lvl7pPr>
            <a:lvl8pPr marL="2009140" indent="0">
              <a:buNone/>
              <a:defRPr sz="1200"/>
            </a:lvl8pPr>
            <a:lvl9pPr marL="2295525" indent="0">
              <a:buNone/>
              <a:defRPr sz="1200"/>
            </a:lvl9pPr>
          </a:lstStyle>
          <a:p>
            <a:pPr lvl="0"/>
            <a:endParaRPr lang="en-US" noProof="0">
              <a:sym typeface="Helvetica" panose="020B0604020202020204" pitchFamily="34" charset="0"/>
            </a:endParaRPr>
          </a:p>
        </p:txBody>
      </p:sp>
      <p:sp>
        <p:nvSpPr>
          <p:cNvPr id="4" name="Text Placeholder 3"/>
          <p:cNvSpPr>
            <a:spLocks noGrp="1"/>
          </p:cNvSpPr>
          <p:nvPr>
            <p:ph type="body" sz="half" idx="2"/>
          </p:nvPr>
        </p:nvSpPr>
        <p:spPr>
          <a:xfrm>
            <a:off x="629544" y="1542881"/>
            <a:ext cx="2949029" cy="2858895"/>
          </a:xfrm>
        </p:spPr>
        <p:txBody>
          <a:bodyPr/>
          <a:lstStyle>
            <a:lvl1pPr marL="0" indent="0">
              <a:buNone/>
              <a:defRPr sz="1100"/>
            </a:lvl1pPr>
            <a:lvl2pPr marL="287020" indent="0">
              <a:buNone/>
              <a:defRPr sz="900"/>
            </a:lvl2pPr>
            <a:lvl3pPr marL="574040" indent="0">
              <a:buNone/>
              <a:defRPr sz="700"/>
            </a:lvl3pPr>
            <a:lvl4pPr marL="861060" indent="0">
              <a:buNone/>
              <a:defRPr sz="700"/>
            </a:lvl4pPr>
            <a:lvl5pPr marL="1148080" indent="0">
              <a:buNone/>
              <a:defRPr sz="700"/>
            </a:lvl5pPr>
            <a:lvl6pPr marL="1435100" indent="0">
              <a:buNone/>
              <a:defRPr sz="700"/>
            </a:lvl6pPr>
            <a:lvl7pPr marL="1722120" indent="0">
              <a:buNone/>
              <a:defRPr sz="700"/>
            </a:lvl7pPr>
            <a:lvl8pPr marL="2009140" indent="0">
              <a:buNone/>
              <a:defRPr sz="700"/>
            </a:lvl8pPr>
            <a:lvl9pPr marL="2295525" indent="0">
              <a:buNone/>
              <a:defRPr sz="7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EB709096-912F-4774-8F9C-D173966EA403}"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4D661447-7998-46BF-B95E-D71DBFFC4D68}"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3872" y="92928"/>
            <a:ext cx="2110755" cy="467552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348257" y="92928"/>
            <a:ext cx="6228458" cy="467552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CC14C122-CBE5-46C5-AE21-5F2E3318462A}"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521970" y="4767263"/>
            <a:ext cx="2057400" cy="273844"/>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28950" y="4767263"/>
            <a:ext cx="3086100" cy="273844"/>
          </a:xfrm>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lvl1pPr algn="l">
              <a:defRPr/>
            </a:lvl1pPr>
          </a:lstStyle>
          <a:p>
            <a:r>
              <a:rPr lang="zh-CN" altLang="en-US"/>
              <a:t>单击此处编辑母版标题样式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183"/>
            <a:ext cx="6858000" cy="1790680"/>
          </a:xfrm>
        </p:spPr>
        <p:txBody>
          <a:bodyPr anchor="b"/>
          <a:lstStyle>
            <a:lvl1pPr algn="ctr">
              <a:defRPr sz="3800"/>
            </a:lvl1pPr>
          </a:lstStyle>
          <a:p>
            <a:r>
              <a:rPr lang="en-US"/>
              <a:t>Click to edit Master title style</a:t>
            </a:r>
            <a:endParaRPr lang="en-US"/>
          </a:p>
        </p:txBody>
      </p:sp>
      <p:sp>
        <p:nvSpPr>
          <p:cNvPr id="3" name="Subtitle 2"/>
          <p:cNvSpPr>
            <a:spLocks noGrp="1"/>
          </p:cNvSpPr>
          <p:nvPr>
            <p:ph type="subTitle" idx="1"/>
          </p:nvPr>
        </p:nvSpPr>
        <p:spPr>
          <a:xfrm>
            <a:off x="1143000" y="2701508"/>
            <a:ext cx="6858000" cy="1241505"/>
          </a:xfrm>
        </p:spPr>
        <p:txBody>
          <a:bodyPr/>
          <a:lstStyle>
            <a:lvl1pPr marL="0" indent="0" algn="ctr">
              <a:buNone/>
              <a:defRPr sz="1600"/>
            </a:lvl1pPr>
            <a:lvl2pPr marL="287020" indent="0" algn="ctr">
              <a:buNone/>
              <a:defRPr sz="1200"/>
            </a:lvl2pPr>
            <a:lvl3pPr marL="574040" indent="0" algn="ctr">
              <a:buNone/>
              <a:defRPr sz="1200"/>
            </a:lvl3pPr>
            <a:lvl4pPr marL="861060" indent="0" algn="ctr">
              <a:buNone/>
              <a:defRPr sz="1100"/>
            </a:lvl4pPr>
            <a:lvl5pPr marL="1148080" indent="0" algn="ctr">
              <a:buNone/>
              <a:defRPr sz="1100"/>
            </a:lvl5pPr>
            <a:lvl6pPr marL="1435100" indent="0" algn="ctr">
              <a:buNone/>
              <a:defRPr sz="1100"/>
            </a:lvl6pPr>
            <a:lvl7pPr marL="1722120" indent="0" algn="ctr">
              <a:buNone/>
              <a:defRPr sz="1100"/>
            </a:lvl7pPr>
            <a:lvl8pPr marL="2009140" indent="0" algn="ctr">
              <a:buNone/>
              <a:defRPr sz="1100"/>
            </a:lvl8pPr>
            <a:lvl9pPr marL="2295525" indent="0" algn="ctr">
              <a:buNone/>
              <a:defRPr sz="1100"/>
            </a:lvl9pPr>
          </a:lstStyle>
          <a:p>
            <a:r>
              <a:rPr lang="en-US"/>
              <a:t>Click to edit Master subtitle style</a:t>
            </a:r>
            <a:endParaRPr lang="en-US"/>
          </a:p>
        </p:txBody>
      </p:sp>
      <p:sp>
        <p:nvSpPr>
          <p:cNvPr id="4" name="Rectangle 5"/>
          <p:cNvSpPr>
            <a:spLocks noGrp="1"/>
          </p:cNvSpPr>
          <p:nvPr>
            <p:ph type="sldNum" sz="quarter" idx="10"/>
          </p:nvPr>
        </p:nvSpPr>
        <p:spPr/>
        <p:txBody>
          <a:bodyPr/>
          <a:lstStyle>
            <a:lvl1pPr>
              <a:defRPr/>
            </a:lvl1pPr>
          </a:lstStyle>
          <a:p>
            <a:fld id="{606C9A41-D864-428D-9C31-5294F3735FA1}" type="slidenum">
              <a:rPr lang="en-US" altLang="en-US"/>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C4BFCE12-62F8-4935-B4B3-E8FB1AC9A4A0}" type="slidenum">
              <a:rPr lang="en-US" altLang="en-US"/>
            </a:fld>
            <a:endParaRPr lang="en-US"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964" y="1282528"/>
            <a:ext cx="7887146" cy="2138940"/>
          </a:xfrm>
        </p:spPr>
        <p:txBody>
          <a:bodyPr anchor="b"/>
          <a:lstStyle>
            <a:lvl1pPr>
              <a:defRPr sz="3800"/>
            </a:lvl1pPr>
          </a:lstStyle>
          <a:p>
            <a:r>
              <a:rPr lang="en-US"/>
              <a:t>Click to edit Master title style</a:t>
            </a:r>
            <a:endParaRPr lang="en-US"/>
          </a:p>
        </p:txBody>
      </p:sp>
      <p:sp>
        <p:nvSpPr>
          <p:cNvPr id="3" name="Text Placeholder 2"/>
          <p:cNvSpPr>
            <a:spLocks noGrp="1"/>
          </p:cNvSpPr>
          <p:nvPr>
            <p:ph type="body" idx="1"/>
          </p:nvPr>
        </p:nvSpPr>
        <p:spPr>
          <a:xfrm>
            <a:off x="623964" y="3442396"/>
            <a:ext cx="7887146" cy="1125141"/>
          </a:xfrm>
        </p:spPr>
        <p:txBody>
          <a:bodyPr/>
          <a:lstStyle>
            <a:lvl1pPr marL="0" indent="0">
              <a:buNone/>
              <a:defRPr sz="1600"/>
            </a:lvl1pPr>
            <a:lvl2pPr marL="287020" indent="0">
              <a:buNone/>
              <a:defRPr sz="1200"/>
            </a:lvl2pPr>
            <a:lvl3pPr marL="574040" indent="0">
              <a:buNone/>
              <a:defRPr sz="1200"/>
            </a:lvl3pPr>
            <a:lvl4pPr marL="861060" indent="0">
              <a:buNone/>
              <a:defRPr sz="1100"/>
            </a:lvl4pPr>
            <a:lvl5pPr marL="1148080" indent="0">
              <a:buNone/>
              <a:defRPr sz="1100"/>
            </a:lvl5pPr>
            <a:lvl6pPr marL="1435100" indent="0">
              <a:buNone/>
              <a:defRPr sz="1100"/>
            </a:lvl6pPr>
            <a:lvl7pPr marL="1722120" indent="0">
              <a:buNone/>
              <a:defRPr sz="1100"/>
            </a:lvl7pPr>
            <a:lvl8pPr marL="2009140" indent="0">
              <a:buNone/>
              <a:defRPr sz="1100"/>
            </a:lvl8pPr>
            <a:lvl9pPr marL="2295525" indent="0">
              <a:buNone/>
              <a:defRPr sz="1100"/>
            </a:lvl9pPr>
          </a:lstStyle>
          <a:p>
            <a:pPr lvl="0"/>
            <a:r>
              <a:rPr lang="en-US"/>
              <a:t>Click to edit Master text styles</a:t>
            </a:r>
            <a:endParaRPr lang="en-US"/>
          </a:p>
        </p:txBody>
      </p:sp>
      <p:sp>
        <p:nvSpPr>
          <p:cNvPr id="4" name="Rectangle 5"/>
          <p:cNvSpPr>
            <a:spLocks noGrp="1"/>
          </p:cNvSpPr>
          <p:nvPr>
            <p:ph type="sldNum" sz="quarter" idx="10"/>
          </p:nvPr>
        </p:nvSpPr>
        <p:spPr/>
        <p:txBody>
          <a:bodyPr/>
          <a:lstStyle>
            <a:lvl1pPr>
              <a:defRPr/>
            </a:lvl1pPr>
          </a:lstStyle>
          <a:p>
            <a:fld id="{6EB6FB98-0011-4161-BE35-0A73E2FACDA8}" type="slidenum">
              <a:rPr lang="en-US" altLang="en-US"/>
            </a:fld>
            <a:endParaRPr lang="en-US"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348258" y="719117"/>
            <a:ext cx="4169049" cy="40493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4463" y="719117"/>
            <a:ext cx="4170164" cy="40493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5"/>
          <p:cNvSpPr>
            <a:spLocks noGrp="1"/>
          </p:cNvSpPr>
          <p:nvPr>
            <p:ph type="sldNum" sz="quarter" idx="10"/>
          </p:nvPr>
        </p:nvSpPr>
        <p:spPr/>
        <p:txBody>
          <a:bodyPr/>
          <a:lstStyle>
            <a:lvl1pPr>
              <a:defRPr/>
            </a:lvl1pPr>
          </a:lstStyle>
          <a:p>
            <a:fld id="{D2BF4A6C-FF74-409E-AF94-9AA6BEC52E2D}" type="slidenum">
              <a:rPr lang="en-US" altLang="en-US"/>
            </a:fld>
            <a:endParaRPr lang="en-US"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545" y="273752"/>
            <a:ext cx="7887146" cy="994545"/>
          </a:xfrm>
        </p:spPr>
        <p:txBody>
          <a:bodyPr/>
          <a:lstStyle/>
          <a:p>
            <a:r>
              <a:rPr lang="en-US"/>
              <a:t>Click to edit Master title style</a:t>
            </a:r>
            <a:endParaRPr lang="en-US"/>
          </a:p>
        </p:txBody>
      </p:sp>
      <p:sp>
        <p:nvSpPr>
          <p:cNvPr id="3" name="Text Placeholder 2"/>
          <p:cNvSpPr>
            <a:spLocks noGrp="1"/>
          </p:cNvSpPr>
          <p:nvPr>
            <p:ph type="body" idx="1"/>
          </p:nvPr>
        </p:nvSpPr>
        <p:spPr>
          <a:xfrm>
            <a:off x="629544" y="1260762"/>
            <a:ext cx="3868788" cy="617822"/>
          </a:xfrm>
        </p:spPr>
        <p:txBody>
          <a:bodyPr anchor="b"/>
          <a:lstStyle>
            <a:lvl1pPr marL="0" indent="0">
              <a:buNone/>
              <a:defRPr sz="1600" b="1"/>
            </a:lvl1pPr>
            <a:lvl2pPr marL="287020" indent="0">
              <a:buNone/>
              <a:defRPr sz="1200" b="1"/>
            </a:lvl2pPr>
            <a:lvl3pPr marL="574040" indent="0">
              <a:buNone/>
              <a:defRPr sz="1200" b="1"/>
            </a:lvl3pPr>
            <a:lvl4pPr marL="861060" indent="0">
              <a:buNone/>
              <a:defRPr sz="1100" b="1"/>
            </a:lvl4pPr>
            <a:lvl5pPr marL="1148080" indent="0">
              <a:buNone/>
              <a:defRPr sz="1100" b="1"/>
            </a:lvl5pPr>
            <a:lvl6pPr marL="1435100" indent="0">
              <a:buNone/>
              <a:defRPr sz="1100" b="1"/>
            </a:lvl6pPr>
            <a:lvl7pPr marL="1722120" indent="0">
              <a:buNone/>
              <a:defRPr sz="1100" b="1"/>
            </a:lvl7pPr>
            <a:lvl8pPr marL="2009140" indent="0">
              <a:buNone/>
              <a:defRPr sz="1100" b="1"/>
            </a:lvl8pPr>
            <a:lvl9pPr marL="2295525" indent="0">
              <a:buNone/>
              <a:defRPr sz="1100" b="1"/>
            </a:lvl9pPr>
          </a:lstStyle>
          <a:p>
            <a:pPr lvl="0"/>
            <a:r>
              <a:rPr lang="en-US"/>
              <a:t>Click to edit Master text styles</a:t>
            </a:r>
            <a:endParaRPr lang="en-US"/>
          </a:p>
        </p:txBody>
      </p:sp>
      <p:sp>
        <p:nvSpPr>
          <p:cNvPr id="4" name="Content Placeholder 3"/>
          <p:cNvSpPr>
            <a:spLocks noGrp="1"/>
          </p:cNvSpPr>
          <p:nvPr>
            <p:ph sz="half" idx="2"/>
          </p:nvPr>
        </p:nvSpPr>
        <p:spPr>
          <a:xfrm>
            <a:off x="629544" y="1878582"/>
            <a:ext cx="3868788" cy="27634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8928" y="1260762"/>
            <a:ext cx="3887762" cy="617822"/>
          </a:xfrm>
        </p:spPr>
        <p:txBody>
          <a:bodyPr anchor="b"/>
          <a:lstStyle>
            <a:lvl1pPr marL="0" indent="0">
              <a:buNone/>
              <a:defRPr sz="1600" b="1"/>
            </a:lvl1pPr>
            <a:lvl2pPr marL="287020" indent="0">
              <a:buNone/>
              <a:defRPr sz="1200" b="1"/>
            </a:lvl2pPr>
            <a:lvl3pPr marL="574040" indent="0">
              <a:buNone/>
              <a:defRPr sz="1200" b="1"/>
            </a:lvl3pPr>
            <a:lvl4pPr marL="861060" indent="0">
              <a:buNone/>
              <a:defRPr sz="1100" b="1"/>
            </a:lvl4pPr>
            <a:lvl5pPr marL="1148080" indent="0">
              <a:buNone/>
              <a:defRPr sz="1100" b="1"/>
            </a:lvl5pPr>
            <a:lvl6pPr marL="1435100" indent="0">
              <a:buNone/>
              <a:defRPr sz="1100" b="1"/>
            </a:lvl6pPr>
            <a:lvl7pPr marL="1722120" indent="0">
              <a:buNone/>
              <a:defRPr sz="1100" b="1"/>
            </a:lvl7pPr>
            <a:lvl8pPr marL="2009140" indent="0">
              <a:buNone/>
              <a:defRPr sz="1100" b="1"/>
            </a:lvl8pPr>
            <a:lvl9pPr marL="2295525" indent="0">
              <a:buNone/>
              <a:defRPr sz="1100" b="1"/>
            </a:lvl9pPr>
          </a:lstStyle>
          <a:p>
            <a:pPr lvl="0"/>
            <a:r>
              <a:rPr lang="en-US"/>
              <a:t>Click to edit Master text styles</a:t>
            </a:r>
            <a:endParaRPr lang="en-US"/>
          </a:p>
        </p:txBody>
      </p:sp>
      <p:sp>
        <p:nvSpPr>
          <p:cNvPr id="6" name="Content Placeholder 5"/>
          <p:cNvSpPr>
            <a:spLocks noGrp="1"/>
          </p:cNvSpPr>
          <p:nvPr>
            <p:ph sz="quarter" idx="4"/>
          </p:nvPr>
        </p:nvSpPr>
        <p:spPr>
          <a:xfrm>
            <a:off x="4628928" y="1878582"/>
            <a:ext cx="3887762" cy="27634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5"/>
          <p:cNvSpPr>
            <a:spLocks noGrp="1"/>
          </p:cNvSpPr>
          <p:nvPr>
            <p:ph type="sldNum" sz="quarter" idx="10"/>
          </p:nvPr>
        </p:nvSpPr>
        <p:spPr/>
        <p:txBody>
          <a:bodyPr/>
          <a:lstStyle>
            <a:lvl1pPr>
              <a:defRPr/>
            </a:lvl1pPr>
          </a:lstStyle>
          <a:p>
            <a:fld id="{F02642A5-B4C1-490D-823B-6F62026E5D0D}" type="slidenum">
              <a:rPr lang="en-US" altLang="en-US"/>
            </a:fld>
            <a:endParaRPr lang="en-US"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5"/>
          <p:cNvSpPr>
            <a:spLocks noGrp="1"/>
          </p:cNvSpPr>
          <p:nvPr>
            <p:ph type="sldNum" sz="quarter" idx="10"/>
          </p:nvPr>
        </p:nvSpPr>
        <p:spPr/>
        <p:txBody>
          <a:bodyPr/>
          <a:lstStyle>
            <a:lvl1pPr>
              <a:defRPr/>
            </a:lvl1pPr>
          </a:lstStyle>
          <a:p>
            <a:fld id="{99B72306-FD3C-4756-B3FD-766F3400AAC9}" type="slidenum">
              <a:rPr lang="en-US" altLang="en-US"/>
            </a:fld>
            <a:endParaRPr lang="en-US"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p:cNvSpPr>
          <p:nvPr>
            <p:ph type="sldNum" sz="quarter" idx="10"/>
          </p:nvPr>
        </p:nvSpPr>
        <p:spPr/>
        <p:txBody>
          <a:bodyPr/>
          <a:lstStyle>
            <a:lvl1pPr>
              <a:defRPr/>
            </a:lvl1pPr>
          </a:lstStyle>
          <a:p>
            <a:fld id="{46FCE69C-6874-463F-8672-A48ADE6CA405}" type="slidenum">
              <a:rPr lang="en-US" altLang="en-US"/>
            </a:fld>
            <a:endParaRPr lang="en-US"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544" y="343235"/>
            <a:ext cx="2949029" cy="1199650"/>
          </a:xfrm>
        </p:spPr>
        <p:txBody>
          <a:bodyPr anchor="b"/>
          <a:lstStyle>
            <a:lvl1pPr>
              <a:defRPr sz="2100"/>
            </a:lvl1pPr>
          </a:lstStyle>
          <a:p>
            <a:r>
              <a:rPr lang="en-US"/>
              <a:t>Click to edit Master title style</a:t>
            </a:r>
            <a:endParaRPr lang="en-US"/>
          </a:p>
        </p:txBody>
      </p:sp>
      <p:sp>
        <p:nvSpPr>
          <p:cNvPr id="3" name="Content Placeholder 2"/>
          <p:cNvSpPr>
            <a:spLocks noGrp="1"/>
          </p:cNvSpPr>
          <p:nvPr>
            <p:ph idx="1"/>
          </p:nvPr>
        </p:nvSpPr>
        <p:spPr>
          <a:xfrm>
            <a:off x="3887765" y="740886"/>
            <a:ext cx="4628926" cy="3655035"/>
          </a:xfrm>
        </p:spPr>
        <p:txBody>
          <a:bodyPr/>
          <a:lstStyle>
            <a:lvl1pPr>
              <a:defRPr sz="2100"/>
            </a:lvl1pPr>
            <a:lvl2pPr>
              <a:defRPr sz="1800"/>
            </a:lvl2pPr>
            <a:lvl3pPr>
              <a:defRPr sz="16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544" y="1542881"/>
            <a:ext cx="2949029" cy="2858895"/>
          </a:xfrm>
        </p:spPr>
        <p:txBody>
          <a:bodyPr/>
          <a:lstStyle>
            <a:lvl1pPr marL="0" indent="0">
              <a:buNone/>
              <a:defRPr sz="1100"/>
            </a:lvl1pPr>
            <a:lvl2pPr marL="287020" indent="0">
              <a:buNone/>
              <a:defRPr sz="900"/>
            </a:lvl2pPr>
            <a:lvl3pPr marL="574040" indent="0">
              <a:buNone/>
              <a:defRPr sz="700"/>
            </a:lvl3pPr>
            <a:lvl4pPr marL="861060" indent="0">
              <a:buNone/>
              <a:defRPr sz="700"/>
            </a:lvl4pPr>
            <a:lvl5pPr marL="1148080" indent="0">
              <a:buNone/>
              <a:defRPr sz="700"/>
            </a:lvl5pPr>
            <a:lvl6pPr marL="1435100" indent="0">
              <a:buNone/>
              <a:defRPr sz="700"/>
            </a:lvl6pPr>
            <a:lvl7pPr marL="1722120" indent="0">
              <a:buNone/>
              <a:defRPr sz="700"/>
            </a:lvl7pPr>
            <a:lvl8pPr marL="2009140" indent="0">
              <a:buNone/>
              <a:defRPr sz="700"/>
            </a:lvl8pPr>
            <a:lvl9pPr marL="2295525" indent="0">
              <a:buNone/>
              <a:defRPr sz="7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1EA9E2C9-38C0-4E05-A9A0-7FD9158DBDA4}" type="slidenum">
              <a:rPr lang="en-US" altLang="en-US"/>
            </a:fld>
            <a:endParaRPr lang="en-US"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544" y="343235"/>
            <a:ext cx="2949029" cy="1199650"/>
          </a:xfrm>
        </p:spPr>
        <p:txBody>
          <a:bodyPr anchor="b"/>
          <a:lstStyle>
            <a:lvl1pPr>
              <a:defRPr sz="2100"/>
            </a:lvl1pPr>
          </a:lstStyle>
          <a:p>
            <a:r>
              <a:rPr lang="en-US"/>
              <a:t>Click to edit Master title style</a:t>
            </a:r>
            <a:endParaRPr lang="en-US"/>
          </a:p>
        </p:txBody>
      </p:sp>
      <p:sp>
        <p:nvSpPr>
          <p:cNvPr id="3" name="Picture Placeholder 2"/>
          <p:cNvSpPr>
            <a:spLocks noGrp="1"/>
          </p:cNvSpPr>
          <p:nvPr>
            <p:ph type="pic" idx="1"/>
          </p:nvPr>
        </p:nvSpPr>
        <p:spPr>
          <a:xfrm>
            <a:off x="3887765" y="740886"/>
            <a:ext cx="4628926" cy="3655035"/>
          </a:xfrm>
        </p:spPr>
        <p:txBody>
          <a:bodyPr/>
          <a:lstStyle>
            <a:lvl1pPr marL="0" indent="0">
              <a:buNone/>
              <a:defRPr sz="2100"/>
            </a:lvl1pPr>
            <a:lvl2pPr marL="287020" indent="0">
              <a:buNone/>
              <a:defRPr sz="1800"/>
            </a:lvl2pPr>
            <a:lvl3pPr marL="574040" indent="0">
              <a:buNone/>
              <a:defRPr sz="1600"/>
            </a:lvl3pPr>
            <a:lvl4pPr marL="861060" indent="0">
              <a:buNone/>
              <a:defRPr sz="1200"/>
            </a:lvl4pPr>
            <a:lvl5pPr marL="1148080" indent="0">
              <a:buNone/>
              <a:defRPr sz="1200"/>
            </a:lvl5pPr>
            <a:lvl6pPr marL="1435100" indent="0">
              <a:buNone/>
              <a:defRPr sz="1200"/>
            </a:lvl6pPr>
            <a:lvl7pPr marL="1722120" indent="0">
              <a:buNone/>
              <a:defRPr sz="1200"/>
            </a:lvl7pPr>
            <a:lvl8pPr marL="2009140" indent="0">
              <a:buNone/>
              <a:defRPr sz="1200"/>
            </a:lvl8pPr>
            <a:lvl9pPr marL="2295525" indent="0">
              <a:buNone/>
              <a:defRPr sz="1200"/>
            </a:lvl9pPr>
          </a:lstStyle>
          <a:p>
            <a:pPr lvl="0"/>
            <a:endParaRPr lang="en-US" noProof="0">
              <a:sym typeface="Helvetica" panose="020B0604020202020204" pitchFamily="34" charset="0"/>
            </a:endParaRPr>
          </a:p>
        </p:txBody>
      </p:sp>
      <p:sp>
        <p:nvSpPr>
          <p:cNvPr id="4" name="Text Placeholder 3"/>
          <p:cNvSpPr>
            <a:spLocks noGrp="1"/>
          </p:cNvSpPr>
          <p:nvPr>
            <p:ph type="body" sz="half" idx="2"/>
          </p:nvPr>
        </p:nvSpPr>
        <p:spPr>
          <a:xfrm>
            <a:off x="629544" y="1542881"/>
            <a:ext cx="2949029" cy="2858895"/>
          </a:xfrm>
        </p:spPr>
        <p:txBody>
          <a:bodyPr/>
          <a:lstStyle>
            <a:lvl1pPr marL="0" indent="0">
              <a:buNone/>
              <a:defRPr sz="1100"/>
            </a:lvl1pPr>
            <a:lvl2pPr marL="287020" indent="0">
              <a:buNone/>
              <a:defRPr sz="900"/>
            </a:lvl2pPr>
            <a:lvl3pPr marL="574040" indent="0">
              <a:buNone/>
              <a:defRPr sz="700"/>
            </a:lvl3pPr>
            <a:lvl4pPr marL="861060" indent="0">
              <a:buNone/>
              <a:defRPr sz="700"/>
            </a:lvl4pPr>
            <a:lvl5pPr marL="1148080" indent="0">
              <a:buNone/>
              <a:defRPr sz="700"/>
            </a:lvl5pPr>
            <a:lvl6pPr marL="1435100" indent="0">
              <a:buNone/>
              <a:defRPr sz="700"/>
            </a:lvl6pPr>
            <a:lvl7pPr marL="1722120" indent="0">
              <a:buNone/>
              <a:defRPr sz="700"/>
            </a:lvl7pPr>
            <a:lvl8pPr marL="2009140" indent="0">
              <a:buNone/>
              <a:defRPr sz="700"/>
            </a:lvl8pPr>
            <a:lvl9pPr marL="2295525" indent="0">
              <a:buNone/>
              <a:defRPr sz="7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EB709096-912F-4774-8F9C-D173966EA403}" type="slidenum">
              <a:rPr lang="en-US" altLang="en-US"/>
            </a:fld>
            <a:endParaRPr lang="en-US"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4D661447-7998-46BF-B95E-D71DBFFC4D68}" type="slidenum">
              <a:rPr lang="en-US" altLang="en-US"/>
            </a:fld>
            <a:endParaRPr lang="en-US"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3872" y="92928"/>
            <a:ext cx="2110755" cy="467552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348257" y="92928"/>
            <a:ext cx="6228458" cy="467552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CC14C122-CBE5-46C5-AE21-5F2E3318462A}" type="slidenum">
              <a:rPr lang="en-US" altLang="en-US"/>
            </a:fld>
            <a:endParaRPr lang="en-US"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521970" y="4767263"/>
            <a:ext cx="2057400" cy="273844"/>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28950" y="4767263"/>
            <a:ext cx="3086100" cy="273844"/>
          </a:xfrm>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lvl1pPr algn="l">
              <a:defRPr/>
            </a:lvl1p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p:cNvSpPr>
          <p:nvPr>
            <p:ph type="body" idx="1"/>
          </p:nvPr>
        </p:nvSpPr>
        <p:spPr bwMode="auto">
          <a:xfrm>
            <a:off x="347663" y="719138"/>
            <a:ext cx="8447087" cy="404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31886" tIns="31886" rIns="31886" bIns="31886" numCol="1" anchor="t" anchorCtr="0" compatLnSpc="1"/>
          <a:lstStyle/>
          <a:p>
            <a:pPr lvl="0"/>
            <a:r>
              <a:rPr lang="en-US" altLang="en-US">
                <a:sym typeface="Helvetica" panose="020B0604020202020204" pitchFamily="34" charset="0"/>
              </a:rPr>
              <a:t>Click to edit Template text styles</a:t>
            </a:r>
            <a:endParaRPr lang="en-US" altLang="en-US">
              <a:sym typeface="Helvetica" panose="020B0604020202020204" pitchFamily="34" charset="0"/>
            </a:endParaRPr>
          </a:p>
          <a:p>
            <a:pPr lvl="1"/>
            <a:r>
              <a:rPr lang="en-US" altLang="en-US">
                <a:sym typeface="Helvetica" panose="020B0604020202020204" pitchFamily="34" charset="0"/>
              </a:rPr>
              <a:t>Second level</a:t>
            </a:r>
            <a:endParaRPr lang="en-US" altLang="en-US">
              <a:sym typeface="Helvetica" panose="020B0604020202020204" pitchFamily="34" charset="0"/>
            </a:endParaRPr>
          </a:p>
          <a:p>
            <a:pPr lvl="2"/>
            <a:r>
              <a:rPr lang="en-US" altLang="en-US">
                <a:sym typeface="Helvetica" panose="020B0604020202020204" pitchFamily="34" charset="0"/>
              </a:rPr>
              <a:t>Third level</a:t>
            </a:r>
            <a:endParaRPr lang="en-US" altLang="en-US">
              <a:sym typeface="Helvetica" panose="020B0604020202020204" pitchFamily="34" charset="0"/>
            </a:endParaRPr>
          </a:p>
          <a:p>
            <a:pPr lvl="3"/>
            <a:r>
              <a:rPr lang="en-US" altLang="en-US">
                <a:sym typeface="Helvetica" panose="020B0604020202020204" pitchFamily="34" charset="0"/>
              </a:rPr>
              <a:t>Fourth level</a:t>
            </a:r>
            <a:endParaRPr lang="en-US" altLang="en-US">
              <a:sym typeface="Helvetica" panose="020B0604020202020204" pitchFamily="34" charset="0"/>
            </a:endParaRPr>
          </a:p>
          <a:p>
            <a:pPr lvl="4"/>
            <a:r>
              <a:rPr lang="en-US" altLang="en-US">
                <a:sym typeface="Helvetica" panose="020B0604020202020204" pitchFamily="34" charset="0"/>
              </a:rPr>
              <a:t>Fifth level</a:t>
            </a:r>
            <a:endParaRPr lang="en-US" altLang="en-US">
              <a:sym typeface="Helvetica" panose="020B0604020202020204" pitchFamily="34" charset="0"/>
            </a:endParaRPr>
          </a:p>
        </p:txBody>
      </p:sp>
      <p:sp>
        <p:nvSpPr>
          <p:cNvPr id="1027" name="Rectangle 2"/>
          <p:cNvSpPr>
            <a:spLocks noGrp="1"/>
          </p:cNvSpPr>
          <p:nvPr>
            <p:ph type="title"/>
          </p:nvPr>
        </p:nvSpPr>
        <p:spPr bwMode="auto">
          <a:xfrm>
            <a:off x="500063" y="93663"/>
            <a:ext cx="8143875"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31886" tIns="31886" rIns="31886" bIns="31886" numCol="1" anchor="t" anchorCtr="0" compatLnSpc="1"/>
          <a:lstStyle/>
          <a:p>
            <a:pPr lvl="0"/>
            <a:r>
              <a:rPr lang="en-US" altLang="en-US">
                <a:sym typeface="Helvetica" panose="020B0604020202020204" pitchFamily="34" charset="0"/>
              </a:rPr>
              <a:t>Click to edit Template title style</a:t>
            </a:r>
            <a:endParaRPr lang="en-US" altLang="en-US">
              <a:sym typeface="Helvetica" panose="020B0604020202020204" pitchFamily="34" charset="0"/>
            </a:endParaRPr>
          </a:p>
        </p:txBody>
      </p:sp>
      <p:pic>
        <p:nvPicPr>
          <p:cNvPr id="1028" name="Picture 3"/>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005638" y="69850"/>
            <a:ext cx="1851025"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 name="Line 4"/>
          <p:cNvSpPr>
            <a:spLocks noChangeShapeType="1"/>
          </p:cNvSpPr>
          <p:nvPr/>
        </p:nvSpPr>
        <p:spPr bwMode="auto">
          <a:xfrm>
            <a:off x="341313" y="588963"/>
            <a:ext cx="8459787"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1886" tIns="31886" rIns="31886" bIns="31886" anchor="ctr"/>
          <a:lstStyle/>
          <a:p>
            <a:endParaRPr lang="en-US"/>
          </a:p>
        </p:txBody>
      </p:sp>
      <p:sp>
        <p:nvSpPr>
          <p:cNvPr id="2" name="Rectangle 5"/>
          <p:cNvSpPr>
            <a:spLocks noGrp="1"/>
          </p:cNvSpPr>
          <p:nvPr>
            <p:ph type="sldNum" sz="quarter" idx="2"/>
          </p:nvPr>
        </p:nvSpPr>
        <p:spPr bwMode="auto">
          <a:xfrm>
            <a:off x="4460875" y="4808538"/>
            <a:ext cx="215900" cy="173037"/>
          </a:xfrm>
          <a:prstGeom prst="rect">
            <a:avLst/>
          </a:prstGeom>
          <a:noFill/>
          <a:ln>
            <a:noFill/>
          </a:ln>
          <a:effectLst/>
        </p:spPr>
        <p:txBody>
          <a:bodyPr vert="horz" wrap="none" lIns="31886" tIns="31886" rIns="31886" bIns="31886" numCol="1" anchor="b" anchorCtr="0" compatLnSpc="1"/>
          <a:lstStyle>
            <a:lvl1pPr algn="ctr" defTabSz="1090930" eaLnBrk="1">
              <a:defRPr sz="900">
                <a:solidFill>
                  <a:srgbClr val="5E5E5E"/>
                </a:solidFill>
                <a:latin typeface="Graphik" charset="0"/>
                <a:ea typeface="Graphik" charset="0"/>
                <a:cs typeface="Graphik" charset="0"/>
                <a:sym typeface="Graphik" charset="0"/>
              </a:defRPr>
            </a:lvl1pPr>
          </a:lstStyle>
          <a:p>
            <a:fld id="{B78101D5-FE84-44C9-AB30-8CA2B182F501}"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1090930" rtl="0" eaLnBrk="0" fontAlgn="base" hangingPunct="0">
        <a:lnSpc>
          <a:spcPct val="70000"/>
        </a:lnSpc>
        <a:spcBef>
          <a:spcPct val="0"/>
        </a:spcBef>
        <a:spcAft>
          <a:spcPct val="0"/>
        </a:spcAft>
        <a:defRPr sz="3600" b="1" kern="1200">
          <a:solidFill>
            <a:srgbClr val="AE0428"/>
          </a:solidFill>
          <a:latin typeface="+mj-lt"/>
          <a:ea typeface="+mj-ea"/>
          <a:cs typeface="+mj-cs"/>
          <a:sym typeface="Helvetica" panose="020B0604020202020204" pitchFamily="34" charset="0"/>
        </a:defRPr>
      </a:lvl1pPr>
      <a:lvl2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8702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57404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86106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114808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p:titleStyle>
    <p:bodyStyle>
      <a:lvl1pPr marL="263525" indent="-263525" algn="l" defTabSz="1090930" rtl="0" eaLnBrk="0" fontAlgn="base" hangingPunct="0">
        <a:spcBef>
          <a:spcPts val="1250"/>
        </a:spcBef>
        <a:spcAft>
          <a:spcPct val="0"/>
        </a:spcAft>
        <a:buSzPct val="75000"/>
        <a:buChar char="•"/>
        <a:defRPr sz="1900" kern="1200">
          <a:solidFill>
            <a:srgbClr val="000000"/>
          </a:solidFill>
          <a:latin typeface="+mn-lt"/>
          <a:ea typeface="+mn-ea"/>
          <a:cs typeface="+mn-cs"/>
          <a:sym typeface="Helvetica" panose="020B0604020202020204" pitchFamily="34" charset="0"/>
        </a:defRPr>
      </a:lvl1pPr>
      <a:lvl2pPr marL="494030"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2pPr>
      <a:lvl3pPr marL="73977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3pPr>
      <a:lvl4pPr marL="98742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4pPr>
      <a:lvl5pPr marL="123507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5pPr>
      <a:lvl6pPr marL="1578610"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6pPr>
      <a:lvl7pPr marL="1865630"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7pPr>
      <a:lvl8pPr marL="2152015"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8pPr>
      <a:lvl9pPr marL="2439035"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574040" rtl="0" eaLnBrk="1" latinLnBrk="0" hangingPunct="1">
        <a:defRPr sz="1200" kern="1200">
          <a:solidFill>
            <a:schemeClr val="tx1"/>
          </a:solidFill>
          <a:latin typeface="+mn-lt"/>
          <a:ea typeface="+mn-ea"/>
          <a:cs typeface="+mn-cs"/>
        </a:defRPr>
      </a:lvl1pPr>
      <a:lvl2pPr marL="287020" algn="l" defTabSz="574040" rtl="0" eaLnBrk="1" latinLnBrk="0" hangingPunct="1">
        <a:defRPr sz="1200" kern="1200">
          <a:solidFill>
            <a:schemeClr val="tx1"/>
          </a:solidFill>
          <a:latin typeface="+mn-lt"/>
          <a:ea typeface="+mn-ea"/>
          <a:cs typeface="+mn-cs"/>
        </a:defRPr>
      </a:lvl2pPr>
      <a:lvl3pPr marL="574040" algn="l" defTabSz="574040" rtl="0" eaLnBrk="1" latinLnBrk="0" hangingPunct="1">
        <a:defRPr sz="1200" kern="1200">
          <a:solidFill>
            <a:schemeClr val="tx1"/>
          </a:solidFill>
          <a:latin typeface="+mn-lt"/>
          <a:ea typeface="+mn-ea"/>
          <a:cs typeface="+mn-cs"/>
        </a:defRPr>
      </a:lvl3pPr>
      <a:lvl4pPr marL="861060" algn="l" defTabSz="574040" rtl="0" eaLnBrk="1" latinLnBrk="0" hangingPunct="1">
        <a:defRPr sz="1200" kern="1200">
          <a:solidFill>
            <a:schemeClr val="tx1"/>
          </a:solidFill>
          <a:latin typeface="+mn-lt"/>
          <a:ea typeface="+mn-ea"/>
          <a:cs typeface="+mn-cs"/>
        </a:defRPr>
      </a:lvl4pPr>
      <a:lvl5pPr marL="1148080" algn="l" defTabSz="574040" rtl="0" eaLnBrk="1" latinLnBrk="0" hangingPunct="1">
        <a:defRPr sz="1200" kern="1200">
          <a:solidFill>
            <a:schemeClr val="tx1"/>
          </a:solidFill>
          <a:latin typeface="+mn-lt"/>
          <a:ea typeface="+mn-ea"/>
          <a:cs typeface="+mn-cs"/>
        </a:defRPr>
      </a:lvl5pPr>
      <a:lvl6pPr marL="1435100" algn="l" defTabSz="574040" rtl="0" eaLnBrk="1" latinLnBrk="0" hangingPunct="1">
        <a:defRPr sz="1200" kern="1200">
          <a:solidFill>
            <a:schemeClr val="tx1"/>
          </a:solidFill>
          <a:latin typeface="+mn-lt"/>
          <a:ea typeface="+mn-ea"/>
          <a:cs typeface="+mn-cs"/>
        </a:defRPr>
      </a:lvl6pPr>
      <a:lvl7pPr marL="1722120" algn="l" defTabSz="574040" rtl="0" eaLnBrk="1" latinLnBrk="0" hangingPunct="1">
        <a:defRPr sz="1200" kern="1200">
          <a:solidFill>
            <a:schemeClr val="tx1"/>
          </a:solidFill>
          <a:latin typeface="+mn-lt"/>
          <a:ea typeface="+mn-ea"/>
          <a:cs typeface="+mn-cs"/>
        </a:defRPr>
      </a:lvl7pPr>
      <a:lvl8pPr marL="2009140" algn="l" defTabSz="574040" rtl="0" eaLnBrk="1" latinLnBrk="0" hangingPunct="1">
        <a:defRPr sz="1200" kern="1200">
          <a:solidFill>
            <a:schemeClr val="tx1"/>
          </a:solidFill>
          <a:latin typeface="+mn-lt"/>
          <a:ea typeface="+mn-ea"/>
          <a:cs typeface="+mn-cs"/>
        </a:defRPr>
      </a:lvl8pPr>
      <a:lvl9pPr marL="2295525" algn="l" defTabSz="57404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sp>
        <p:nvSpPr>
          <p:cNvPr id="1026" name="Rectangle 1"/>
          <p:cNvSpPr>
            <a:spLocks noGrp="1"/>
          </p:cNvSpPr>
          <p:nvPr>
            <p:ph type="body" idx="1"/>
          </p:nvPr>
        </p:nvSpPr>
        <p:spPr bwMode="auto">
          <a:xfrm>
            <a:off x="347663" y="719138"/>
            <a:ext cx="8447087" cy="404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31886" tIns="31886" rIns="31886" bIns="31886" numCol="1" anchor="t" anchorCtr="0" compatLnSpc="1"/>
          <a:lstStyle/>
          <a:p>
            <a:pPr lvl="0"/>
            <a:r>
              <a:rPr lang="en-US" altLang="en-US">
                <a:sym typeface="Helvetica" panose="020B0604020202020204" pitchFamily="34" charset="0"/>
              </a:rPr>
              <a:t>Click to edit Template text styles</a:t>
            </a:r>
            <a:endParaRPr lang="en-US" altLang="en-US">
              <a:sym typeface="Helvetica" panose="020B0604020202020204" pitchFamily="34" charset="0"/>
            </a:endParaRPr>
          </a:p>
          <a:p>
            <a:pPr lvl="1"/>
            <a:r>
              <a:rPr lang="en-US" altLang="en-US">
                <a:sym typeface="Helvetica" panose="020B0604020202020204" pitchFamily="34" charset="0"/>
              </a:rPr>
              <a:t>Second level</a:t>
            </a:r>
            <a:endParaRPr lang="en-US" altLang="en-US">
              <a:sym typeface="Helvetica" panose="020B0604020202020204" pitchFamily="34" charset="0"/>
            </a:endParaRPr>
          </a:p>
          <a:p>
            <a:pPr lvl="2"/>
            <a:r>
              <a:rPr lang="en-US" altLang="en-US">
                <a:sym typeface="Helvetica" panose="020B0604020202020204" pitchFamily="34" charset="0"/>
              </a:rPr>
              <a:t>Third level</a:t>
            </a:r>
            <a:endParaRPr lang="en-US" altLang="en-US">
              <a:sym typeface="Helvetica" panose="020B0604020202020204" pitchFamily="34" charset="0"/>
            </a:endParaRPr>
          </a:p>
          <a:p>
            <a:pPr lvl="3"/>
            <a:r>
              <a:rPr lang="en-US" altLang="en-US">
                <a:sym typeface="Helvetica" panose="020B0604020202020204" pitchFamily="34" charset="0"/>
              </a:rPr>
              <a:t>Fourth level</a:t>
            </a:r>
            <a:endParaRPr lang="en-US" altLang="en-US">
              <a:sym typeface="Helvetica" panose="020B0604020202020204" pitchFamily="34" charset="0"/>
            </a:endParaRPr>
          </a:p>
          <a:p>
            <a:pPr lvl="4"/>
            <a:r>
              <a:rPr lang="en-US" altLang="en-US">
                <a:sym typeface="Helvetica" panose="020B0604020202020204" pitchFamily="34" charset="0"/>
              </a:rPr>
              <a:t>Fifth level</a:t>
            </a:r>
            <a:endParaRPr lang="en-US" altLang="en-US">
              <a:sym typeface="Helvetica" panose="020B0604020202020204" pitchFamily="34" charset="0"/>
            </a:endParaRPr>
          </a:p>
        </p:txBody>
      </p:sp>
      <p:sp>
        <p:nvSpPr>
          <p:cNvPr id="1027" name="Rectangle 2"/>
          <p:cNvSpPr>
            <a:spLocks noGrp="1"/>
          </p:cNvSpPr>
          <p:nvPr>
            <p:ph type="title"/>
          </p:nvPr>
        </p:nvSpPr>
        <p:spPr bwMode="auto">
          <a:xfrm>
            <a:off x="500063" y="93663"/>
            <a:ext cx="8143875"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31886" tIns="31886" rIns="31886" bIns="31886" numCol="1" anchor="t" anchorCtr="0" compatLnSpc="1"/>
          <a:lstStyle/>
          <a:p>
            <a:pPr lvl="0"/>
            <a:r>
              <a:rPr lang="en-US" altLang="en-US">
                <a:sym typeface="Helvetica" panose="020B0604020202020204" pitchFamily="34" charset="0"/>
              </a:rPr>
              <a:t>Click to edit Template title style</a:t>
            </a:r>
            <a:endParaRPr lang="en-US" altLang="en-US">
              <a:sym typeface="Helvetica" panose="020B0604020202020204" pitchFamily="34" charset="0"/>
            </a:endParaRPr>
          </a:p>
        </p:txBody>
      </p:sp>
      <p:pic>
        <p:nvPicPr>
          <p:cNvPr id="1028" name="Picture 3"/>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005638" y="69850"/>
            <a:ext cx="1851025"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 name="Line 4"/>
          <p:cNvSpPr>
            <a:spLocks noChangeShapeType="1"/>
          </p:cNvSpPr>
          <p:nvPr/>
        </p:nvSpPr>
        <p:spPr bwMode="auto">
          <a:xfrm>
            <a:off x="341313" y="588963"/>
            <a:ext cx="8459787"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1886" tIns="31886" rIns="31886" bIns="31886" anchor="ctr"/>
          <a:lstStyle/>
          <a:p>
            <a:endParaRPr lang="en-US" sz="1100"/>
          </a:p>
        </p:txBody>
      </p:sp>
      <p:sp>
        <p:nvSpPr>
          <p:cNvPr id="2" name="Rectangle 5"/>
          <p:cNvSpPr>
            <a:spLocks noGrp="1"/>
          </p:cNvSpPr>
          <p:nvPr>
            <p:ph type="sldNum" sz="quarter" idx="2"/>
          </p:nvPr>
        </p:nvSpPr>
        <p:spPr bwMode="auto">
          <a:xfrm>
            <a:off x="4460875" y="4808538"/>
            <a:ext cx="215900" cy="173037"/>
          </a:xfrm>
          <a:prstGeom prst="rect">
            <a:avLst/>
          </a:prstGeom>
          <a:noFill/>
          <a:ln>
            <a:noFill/>
          </a:ln>
          <a:effectLst/>
        </p:spPr>
        <p:txBody>
          <a:bodyPr vert="horz" wrap="none" lIns="31886" tIns="31886" rIns="31886" bIns="31886" numCol="1" anchor="b" anchorCtr="0" compatLnSpc="1"/>
          <a:lstStyle>
            <a:lvl1pPr algn="ctr" defTabSz="1090930" eaLnBrk="1">
              <a:defRPr sz="900">
                <a:solidFill>
                  <a:srgbClr val="5E5E5E"/>
                </a:solidFill>
                <a:latin typeface="Graphik" charset="0"/>
                <a:ea typeface="Graphik" charset="0"/>
                <a:cs typeface="Graphik" charset="0"/>
                <a:sym typeface="Graphik" charset="0"/>
              </a:defRPr>
            </a:lvl1pPr>
          </a:lstStyle>
          <a:p>
            <a:fld id="{B78101D5-FE84-44C9-AB30-8CA2B182F501}"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1090930" rtl="0" eaLnBrk="0" fontAlgn="base" hangingPunct="0">
        <a:lnSpc>
          <a:spcPct val="70000"/>
        </a:lnSpc>
        <a:spcBef>
          <a:spcPct val="0"/>
        </a:spcBef>
        <a:spcAft>
          <a:spcPct val="0"/>
        </a:spcAft>
        <a:defRPr sz="3600" b="1" kern="1200">
          <a:solidFill>
            <a:srgbClr val="AE0428"/>
          </a:solidFill>
          <a:latin typeface="+mj-lt"/>
          <a:ea typeface="+mj-ea"/>
          <a:cs typeface="+mj-cs"/>
          <a:sym typeface="Helvetica" panose="020B0604020202020204" pitchFamily="34" charset="0"/>
        </a:defRPr>
      </a:lvl1pPr>
      <a:lvl2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8702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57404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86106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114808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p:titleStyle>
    <p:bodyStyle>
      <a:lvl1pPr marL="263525" indent="-263525" algn="l" defTabSz="1090930" rtl="0" eaLnBrk="0" fontAlgn="base" hangingPunct="0">
        <a:spcBef>
          <a:spcPts val="1250"/>
        </a:spcBef>
        <a:spcAft>
          <a:spcPct val="0"/>
        </a:spcAft>
        <a:buSzPct val="75000"/>
        <a:buChar char="•"/>
        <a:defRPr sz="1900" kern="1200">
          <a:solidFill>
            <a:srgbClr val="000000"/>
          </a:solidFill>
          <a:latin typeface="+mn-lt"/>
          <a:ea typeface="+mn-ea"/>
          <a:cs typeface="+mn-cs"/>
          <a:sym typeface="Helvetica" panose="020B0604020202020204" pitchFamily="34" charset="0"/>
        </a:defRPr>
      </a:lvl1pPr>
      <a:lvl2pPr marL="494030"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2pPr>
      <a:lvl3pPr marL="73977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3pPr>
      <a:lvl4pPr marL="98742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4pPr>
      <a:lvl5pPr marL="123507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5pPr>
      <a:lvl6pPr marL="1578610"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6pPr>
      <a:lvl7pPr marL="1865630"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7pPr>
      <a:lvl8pPr marL="2152015"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8pPr>
      <a:lvl9pPr marL="2439035"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574040" rtl="0" eaLnBrk="1" latinLnBrk="0" hangingPunct="1">
        <a:defRPr sz="1200" kern="1200">
          <a:solidFill>
            <a:schemeClr val="tx1"/>
          </a:solidFill>
          <a:latin typeface="+mn-lt"/>
          <a:ea typeface="+mn-ea"/>
          <a:cs typeface="+mn-cs"/>
        </a:defRPr>
      </a:lvl1pPr>
      <a:lvl2pPr marL="287020" algn="l" defTabSz="574040" rtl="0" eaLnBrk="1" latinLnBrk="0" hangingPunct="1">
        <a:defRPr sz="1200" kern="1200">
          <a:solidFill>
            <a:schemeClr val="tx1"/>
          </a:solidFill>
          <a:latin typeface="+mn-lt"/>
          <a:ea typeface="+mn-ea"/>
          <a:cs typeface="+mn-cs"/>
        </a:defRPr>
      </a:lvl2pPr>
      <a:lvl3pPr marL="574040" algn="l" defTabSz="574040" rtl="0" eaLnBrk="1" latinLnBrk="0" hangingPunct="1">
        <a:defRPr sz="1200" kern="1200">
          <a:solidFill>
            <a:schemeClr val="tx1"/>
          </a:solidFill>
          <a:latin typeface="+mn-lt"/>
          <a:ea typeface="+mn-ea"/>
          <a:cs typeface="+mn-cs"/>
        </a:defRPr>
      </a:lvl3pPr>
      <a:lvl4pPr marL="861060" algn="l" defTabSz="574040" rtl="0" eaLnBrk="1" latinLnBrk="0" hangingPunct="1">
        <a:defRPr sz="1200" kern="1200">
          <a:solidFill>
            <a:schemeClr val="tx1"/>
          </a:solidFill>
          <a:latin typeface="+mn-lt"/>
          <a:ea typeface="+mn-ea"/>
          <a:cs typeface="+mn-cs"/>
        </a:defRPr>
      </a:lvl4pPr>
      <a:lvl5pPr marL="1148080" algn="l" defTabSz="574040" rtl="0" eaLnBrk="1" latinLnBrk="0" hangingPunct="1">
        <a:defRPr sz="1200" kern="1200">
          <a:solidFill>
            <a:schemeClr val="tx1"/>
          </a:solidFill>
          <a:latin typeface="+mn-lt"/>
          <a:ea typeface="+mn-ea"/>
          <a:cs typeface="+mn-cs"/>
        </a:defRPr>
      </a:lvl5pPr>
      <a:lvl6pPr marL="1435100" algn="l" defTabSz="574040" rtl="0" eaLnBrk="1" latinLnBrk="0" hangingPunct="1">
        <a:defRPr sz="1200" kern="1200">
          <a:solidFill>
            <a:schemeClr val="tx1"/>
          </a:solidFill>
          <a:latin typeface="+mn-lt"/>
          <a:ea typeface="+mn-ea"/>
          <a:cs typeface="+mn-cs"/>
        </a:defRPr>
      </a:lvl6pPr>
      <a:lvl7pPr marL="1722120" algn="l" defTabSz="574040" rtl="0" eaLnBrk="1" latinLnBrk="0" hangingPunct="1">
        <a:defRPr sz="1200" kern="1200">
          <a:solidFill>
            <a:schemeClr val="tx1"/>
          </a:solidFill>
          <a:latin typeface="+mn-lt"/>
          <a:ea typeface="+mn-ea"/>
          <a:cs typeface="+mn-cs"/>
        </a:defRPr>
      </a:lvl7pPr>
      <a:lvl8pPr marL="2009140" algn="l" defTabSz="574040" rtl="0" eaLnBrk="1" latinLnBrk="0" hangingPunct="1">
        <a:defRPr sz="1200" kern="1200">
          <a:solidFill>
            <a:schemeClr val="tx1"/>
          </a:solidFill>
          <a:latin typeface="+mn-lt"/>
          <a:ea typeface="+mn-ea"/>
          <a:cs typeface="+mn-cs"/>
        </a:defRPr>
      </a:lvl8pPr>
      <a:lvl9pPr marL="2295525" algn="l" defTabSz="57404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hyperlink" Target="https://static.googleusercontent.com/media/research.google.com/zh-CN//pubs/archive/44877.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hyperlink" Target="https://en.wikipedia.org/wiki/Proof_without_words&#13;" TargetMode="Externa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4.xml"/><Relationship Id="rId2" Type="http://schemas.openxmlformats.org/officeDocument/2006/relationships/hyperlink" Target="https://doodles.google/doodle/alan-turings-100th-birthday/&#13;" TargetMode="Externa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GI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image" Target="../media/image4.web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hyperlink" Target="https://en.wikipedia.org/wiki/SQ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
          <p:cNvSpPr>
            <a:spLocks noGrp="1"/>
          </p:cNvSpPr>
          <p:nvPr>
            <p:ph type="ctrTitle"/>
          </p:nvPr>
        </p:nvSpPr>
        <p:spPr>
          <a:xfrm>
            <a:off x="500063" y="1158875"/>
            <a:ext cx="8143875" cy="568325"/>
          </a:xfrm>
        </p:spPr>
        <p:txBody>
          <a:bodyPr/>
          <a:lstStyle/>
          <a:p>
            <a:pPr eaLnBrk="1">
              <a:lnSpc>
                <a:spcPct val="80000"/>
              </a:lnSpc>
            </a:pPr>
            <a:r>
              <a:rPr lang="en-US" altLang="en-US" sz="2800" dirty="0"/>
              <a:t>DTS207TC Database Development and Design</a:t>
            </a:r>
            <a:endParaRPr lang="en-US" altLang="en-US" sz="2800" dirty="0"/>
          </a:p>
        </p:txBody>
      </p:sp>
      <p:sp>
        <p:nvSpPr>
          <p:cNvPr id="2051" name="Rectangle 2"/>
          <p:cNvSpPr>
            <a:spLocks noGrp="1"/>
          </p:cNvSpPr>
          <p:nvPr>
            <p:ph type="subTitle" sz="quarter" idx="1"/>
          </p:nvPr>
        </p:nvSpPr>
        <p:spPr>
          <a:xfrm>
            <a:off x="500063" y="2428240"/>
            <a:ext cx="8143875" cy="385763"/>
          </a:xfrm>
        </p:spPr>
        <p:txBody>
          <a:bodyPr/>
          <a:lstStyle/>
          <a:p>
            <a:pPr defTabSz="365125" eaLnBrk="1">
              <a:spcBef>
                <a:spcPct val="0"/>
              </a:spcBef>
              <a:buSzTx/>
            </a:pPr>
            <a:r>
              <a:rPr lang="en-US" altLang="zh-CN" sz="2100" b="1" dirty="0">
                <a:solidFill>
                  <a:srgbClr val="AE0428"/>
                </a:solidFill>
                <a:ea typeface="宋体" panose="02010600030101010101" pitchFamily="2" charset="-122"/>
              </a:rPr>
              <a:t>Lecture 1</a:t>
            </a:r>
            <a:endParaRPr lang="en-US" altLang="zh-CN" sz="2100" b="1" dirty="0">
              <a:solidFill>
                <a:srgbClr val="AE0428"/>
              </a:solidFill>
              <a:ea typeface="宋体" panose="02010600030101010101" pitchFamily="2" charset="-122"/>
            </a:endParaRPr>
          </a:p>
          <a:p>
            <a:pPr defTabSz="365125" eaLnBrk="1">
              <a:spcBef>
                <a:spcPct val="0"/>
              </a:spcBef>
              <a:buSzTx/>
            </a:pPr>
            <a:r>
              <a:rPr lang="en-US" altLang="zh-CN" sz="2100" b="1" dirty="0">
                <a:solidFill>
                  <a:srgbClr val="AE0428"/>
                </a:solidFill>
                <a:ea typeface="宋体" panose="02010600030101010101" pitchFamily="2" charset="-122"/>
              </a:rPr>
              <a:t>Introduction &amp; </a:t>
            </a:r>
            <a:r>
              <a:rPr lang="en-US" altLang="zh-CN" sz="2100" b="1" dirty="0">
                <a:solidFill>
                  <a:srgbClr val="AE0428"/>
                </a:solidFill>
                <a:ea typeface="宋体" panose="02010600030101010101" pitchFamily="2" charset="-122"/>
              </a:rPr>
              <a:t>Review of 106</a:t>
            </a:r>
            <a:endParaRPr lang="en-US" altLang="zh-CN" sz="2100" b="1" dirty="0">
              <a:solidFill>
                <a:srgbClr val="AE0428"/>
              </a:solidFill>
              <a:ea typeface="宋体" panose="02010600030101010101" pitchFamily="2" charset="-122"/>
            </a:endParaRPr>
          </a:p>
        </p:txBody>
      </p:sp>
      <p:sp>
        <p:nvSpPr>
          <p:cNvPr id="2052" name="Text Box 3"/>
          <p:cNvSpPr txBox="1"/>
          <p:nvPr/>
        </p:nvSpPr>
        <p:spPr bwMode="auto">
          <a:xfrm>
            <a:off x="500063" y="4435475"/>
            <a:ext cx="8143875" cy="225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1886" tIns="31886" rIns="31886" bIns="31886"/>
          <a:lstStyle>
            <a:lvl1pPr defTabSz="586105">
              <a:defRPr sz="1100">
                <a:solidFill>
                  <a:srgbClr val="000000"/>
                </a:solidFill>
                <a:latin typeface="Canela Text Regular" charset="0"/>
                <a:ea typeface="Canela Text Regular" charset="0"/>
                <a:cs typeface="Canela Text Regular" charset="0"/>
                <a:sym typeface="Canela Text Regular" charset="0"/>
              </a:defRPr>
            </a:lvl1pPr>
            <a:lvl2pPr marL="742950" indent="-285750" defTabSz="586105">
              <a:defRPr sz="1100">
                <a:solidFill>
                  <a:srgbClr val="000000"/>
                </a:solidFill>
                <a:latin typeface="Canela Text Regular" charset="0"/>
                <a:ea typeface="Canela Text Regular" charset="0"/>
                <a:cs typeface="Canela Text Regular" charset="0"/>
                <a:sym typeface="Canela Text Regular" charset="0"/>
              </a:defRPr>
            </a:lvl2pPr>
            <a:lvl3pPr marL="1143000" indent="-228600" defTabSz="586105">
              <a:defRPr sz="1100">
                <a:solidFill>
                  <a:srgbClr val="000000"/>
                </a:solidFill>
                <a:latin typeface="Canela Text Regular" charset="0"/>
                <a:ea typeface="Canela Text Regular" charset="0"/>
                <a:cs typeface="Canela Text Regular" charset="0"/>
                <a:sym typeface="Canela Text Regular" charset="0"/>
              </a:defRPr>
            </a:lvl3pPr>
            <a:lvl4pPr marL="1600200" indent="-228600" defTabSz="586105">
              <a:defRPr sz="1100">
                <a:solidFill>
                  <a:srgbClr val="000000"/>
                </a:solidFill>
                <a:latin typeface="Canela Text Regular" charset="0"/>
                <a:ea typeface="Canela Text Regular" charset="0"/>
                <a:cs typeface="Canela Text Regular" charset="0"/>
                <a:sym typeface="Canela Text Regular" charset="0"/>
              </a:defRPr>
            </a:lvl4pPr>
            <a:lvl5pPr marL="2057400" indent="-228600" defTabSz="586105">
              <a:defRPr sz="1100">
                <a:solidFill>
                  <a:srgbClr val="000000"/>
                </a:solidFill>
                <a:latin typeface="Canela Text Regular" charset="0"/>
                <a:ea typeface="Canela Text Regular" charset="0"/>
                <a:cs typeface="Canela Text Regular" charset="0"/>
                <a:sym typeface="Canela Text Regular" charset="0"/>
              </a:defRPr>
            </a:lvl5pPr>
            <a:lvl6pPr marL="25146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6pPr>
            <a:lvl7pPr marL="29718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7pPr>
            <a:lvl8pPr marL="34290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8pPr>
            <a:lvl9pPr marL="38862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9pPr>
          </a:lstStyle>
          <a:p>
            <a:pPr algn="ctr" eaLnBrk="1"/>
            <a:r>
              <a:rPr lang="en-US" altLang="zh-CN" sz="1200">
                <a:latin typeface="Helvetica" panose="020B0604020202020204" pitchFamily="34" charset="0"/>
                <a:ea typeface="宋体" panose="02010600030101010101" pitchFamily="2" charset="-122"/>
                <a:sym typeface="Helvetica" panose="020B0604020202020204" pitchFamily="34" charset="0"/>
              </a:rPr>
              <a:t>Di Zhang</a:t>
            </a:r>
            <a:r>
              <a:rPr lang="en-US" altLang="en-US" sz="1200">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rPr>
              <a:t>, Autumn 2025</a:t>
            </a:r>
            <a:endParaRPr lang="en-US" altLang="en-US" sz="1200">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Outcomes</a:t>
            </a:r>
            <a:endParaRPr lang="zh-CN" altLang="en-US"/>
          </a:p>
        </p:txBody>
      </p:sp>
      <p:sp>
        <p:nvSpPr>
          <p:cNvPr id="3" name="内容占位符 2"/>
          <p:cNvSpPr>
            <a:spLocks noGrp="1"/>
          </p:cNvSpPr>
          <p:nvPr>
            <p:ph idx="1"/>
          </p:nvPr>
        </p:nvSpPr>
        <p:spPr/>
        <p:txBody>
          <a:bodyPr/>
          <a:p>
            <a:r>
              <a:rPr lang="en-US" altLang="zh-CN"/>
              <a:t>Second round of learning: advanced content of database</a:t>
            </a:r>
            <a:endParaRPr lang="en-US" altLang="zh-CN"/>
          </a:p>
          <a:p>
            <a:pPr lvl="1"/>
            <a:r>
              <a:rPr lang="en-US" altLang="zh-CN"/>
              <a:t>Analysis</a:t>
            </a:r>
            <a:endParaRPr lang="en-US" altLang="zh-CN"/>
          </a:p>
          <a:p>
            <a:pPr lvl="2"/>
            <a:r>
              <a:rPr lang="en-US" altLang="zh-CN"/>
              <a:t>Demonstrate an understanding of advanced SQL topics.</a:t>
            </a:r>
            <a:endParaRPr lang="en-US" altLang="zh-CN"/>
          </a:p>
          <a:p>
            <a:pPr lvl="2"/>
            <a:r>
              <a:rPr lang="en-US" altLang="zh-CN"/>
              <a:t>State the main concepts in data warehousing and data mining.</a:t>
            </a:r>
            <a:endParaRPr lang="en-US" altLang="zh-CN"/>
          </a:p>
          <a:p>
            <a:pPr lvl="1"/>
            <a:r>
              <a:rPr lang="en-US" altLang="zh-CN"/>
              <a:t>Application</a:t>
            </a:r>
            <a:endParaRPr lang="en-US" altLang="zh-CN"/>
          </a:p>
          <a:p>
            <a:pPr lvl="2"/>
            <a:r>
              <a:rPr lang="en-US" altLang="zh-CN"/>
              <a:t>Illustrate the issues related to Web technologies and DBMS and XML as a semi-structured data representation formalism.</a:t>
            </a:r>
            <a:endParaRPr lang="en-US" altLang="zh-CN"/>
          </a:p>
          <a:p>
            <a:pPr lvl="2"/>
            <a:r>
              <a:rPr lang="en-US" altLang="zh-CN"/>
              <a:t>Identify the principles underlying object-relational models.</a:t>
            </a:r>
            <a:endParaRPr lang="en-US" altLang="zh-CN"/>
          </a:p>
          <a:p>
            <a:pPr lvl="2"/>
            <a:r>
              <a:rPr lang="en-US" altLang="zh-CN"/>
              <a:t>Identify and apply the principles underpinning transaction management within DBMS.</a:t>
            </a:r>
            <a:endParaRPr lang="en-US" altLang="zh-CN"/>
          </a:p>
          <a:p>
            <a:pPr lvl="1"/>
            <a:endParaRPr lang="en-US" altLang="zh-CN"/>
          </a:p>
          <a:p>
            <a:pPr lvl="2"/>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More content beyond...</a:t>
            </a:r>
            <a:endParaRPr lang="zh-CN" altLang="en-US">
              <a:ea typeface="宋体" panose="02010600030101010101" pitchFamily="2" charset="-122"/>
            </a:endParaRPr>
          </a:p>
        </p:txBody>
      </p:sp>
      <p:sp>
        <p:nvSpPr>
          <p:cNvPr id="3" name="内容占位符 2"/>
          <p:cNvSpPr>
            <a:spLocks noGrp="1"/>
          </p:cNvSpPr>
          <p:nvPr>
            <p:ph idx="1"/>
          </p:nvPr>
        </p:nvSpPr>
        <p:spPr>
          <a:xfrm>
            <a:off x="347980" y="859790"/>
            <a:ext cx="8446770" cy="3909060"/>
          </a:xfrm>
        </p:spPr>
        <p:txBody>
          <a:bodyPr/>
          <a:p>
            <a:pPr marL="0" lvl="1"/>
            <a:r>
              <a:rPr lang="en-US" altLang="zh-CN">
                <a:sym typeface="+mn-ea"/>
              </a:rPr>
              <a:t>Extensions for Computer Science:</a:t>
            </a:r>
            <a:endParaRPr lang="en-US" altLang="zh-CN">
              <a:sym typeface="+mn-ea"/>
            </a:endParaRPr>
          </a:p>
          <a:p>
            <a:pPr marL="457200" lvl="2"/>
            <a:r>
              <a:rPr lang="en-US" altLang="zh-CN">
                <a:sym typeface="+mn-ea"/>
              </a:rPr>
              <a:t>Hadoop</a:t>
            </a:r>
            <a:endParaRPr lang="en-US" altLang="zh-CN">
              <a:sym typeface="+mn-ea"/>
            </a:endParaRPr>
          </a:p>
          <a:p>
            <a:pPr marL="457200" lvl="2"/>
            <a:r>
              <a:rPr lang="en-US" altLang="zh-CN">
                <a:sym typeface="+mn-ea"/>
              </a:rPr>
              <a:t>Physical Storage</a:t>
            </a:r>
            <a:endParaRPr lang="en-US" altLang="zh-CN">
              <a:sym typeface="+mn-ea"/>
            </a:endParaRPr>
          </a:p>
          <a:p>
            <a:pPr marL="457200" lvl="2"/>
            <a:r>
              <a:rPr lang="en-US" altLang="zh-CN">
                <a:sym typeface="+mn-ea"/>
              </a:rPr>
              <a:t>Information Retrieval (Google’s search engine, the </a:t>
            </a:r>
            <a:r>
              <a:rPr lang="en-US" altLang="zh-CN">
                <a:sym typeface="+mn-ea"/>
                <a:hlinkClick r:id="rId1" action="ppaction://hlinkfile"/>
              </a:rPr>
              <a:t>origin </a:t>
            </a:r>
            <a:r>
              <a:rPr lang="en-US" altLang="zh-CN">
                <a:sym typeface="+mn-ea"/>
              </a:rPr>
              <a:t>of Big Data)</a:t>
            </a:r>
            <a:endParaRPr lang="en-US" altLang="zh-CN"/>
          </a:p>
          <a:p>
            <a:pPr lvl="1"/>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Textbook</a:t>
            </a:r>
            <a:endParaRPr lang="en-US" altLang="zh-CN"/>
          </a:p>
        </p:txBody>
      </p:sp>
      <p:sp>
        <p:nvSpPr>
          <p:cNvPr id="3" name="内容占位符 2"/>
          <p:cNvSpPr>
            <a:spLocks noGrp="1"/>
          </p:cNvSpPr>
          <p:nvPr>
            <p:ph idx="1"/>
          </p:nvPr>
        </p:nvSpPr>
        <p:spPr/>
        <p:txBody>
          <a:bodyPr/>
          <a:p>
            <a:r>
              <a:rPr lang="en-US" altLang="zh-CN"/>
              <a:t>Textbook:</a:t>
            </a:r>
            <a:endParaRPr lang="en-US" altLang="zh-CN"/>
          </a:p>
          <a:p>
            <a:pPr lvl="1"/>
            <a:r>
              <a:rPr lang="en-US" altLang="zh-CN"/>
              <a:t>https://core.xjtlu.edu.cn/mod/folder/view.php?id=7005</a:t>
            </a:r>
            <a:endParaRPr lang="en-US" altLang="zh-CN"/>
          </a:p>
          <a:p>
            <a:endParaRPr lang="zh-CN" altLang="en-US"/>
          </a:p>
          <a:p>
            <a:r>
              <a:rPr lang="en-US" altLang="zh-CN"/>
              <a:t>Video:</a:t>
            </a:r>
            <a:endParaRPr lang="en-US" altLang="zh-CN"/>
          </a:p>
          <a:p>
            <a:pPr lvl="1"/>
            <a:r>
              <a:rPr lang="zh-CN" altLang="en-US"/>
              <a:t>https://search.bilibili.com/all?vt=16822812&amp;keyword=Database%20System%20Concepts&amp;from_source=webtop_search&amp;spm_id_from=333.1007&amp;search_source=5</a:t>
            </a:r>
            <a:endParaRPr lang="zh-CN" altLang="en-US"/>
          </a:p>
          <a:p>
            <a:pPr lvl="1"/>
            <a:r>
              <a:rPr lang="zh-CN" altLang="en-US"/>
              <a:t>https://www.youtube.com/results?search_query=database+system+concpets</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*Comparison of AI-related Disciplines</a:t>
            </a:r>
            <a:endParaRPr lang="en-US" altLang="zh-CN">
              <a:sym typeface="+mn-ea"/>
            </a:endParaRPr>
          </a:p>
        </p:txBody>
      </p:sp>
      <p:sp>
        <p:nvSpPr>
          <p:cNvPr id="3" name="内容占位符 2"/>
          <p:cNvSpPr>
            <a:spLocks noGrp="1"/>
          </p:cNvSpPr>
          <p:nvPr>
            <p:ph idx="1"/>
          </p:nvPr>
        </p:nvSpPr>
        <p:spPr/>
        <p:txBody>
          <a:bodyPr/>
          <a:p>
            <a:r>
              <a:rPr lang="en-US" altLang="zh-CN">
                <a:sym typeface="+mn-ea"/>
              </a:rPr>
              <a:t>Math: Conjecture &amp; Proof (</a:t>
            </a:r>
            <a:r>
              <a:rPr lang="en-US" altLang="zh-CN">
                <a:sym typeface="+mn-ea"/>
                <a:hlinkClick r:id="rId1" action="ppaction://hlinkfile"/>
              </a:rPr>
              <a:t>Example</a:t>
            </a:r>
            <a:r>
              <a:rPr lang="en-US" altLang="zh-CN">
                <a:sym typeface="+mn-ea"/>
              </a:rPr>
              <a:t>)</a:t>
            </a:r>
            <a:endParaRPr lang="en-US" altLang="zh-CN"/>
          </a:p>
          <a:p>
            <a:r>
              <a:rPr lang="en-US" altLang="zh-CN">
                <a:sym typeface="+mn-ea"/>
              </a:rPr>
              <a:t>Physics: Modeling &amp; Experiments (infeasible for many other disciplines, such as finance)</a:t>
            </a:r>
            <a:endParaRPr lang="en-US" altLang="zh-CN"/>
          </a:p>
          <a:p>
            <a:r>
              <a:rPr lang="en-US" altLang="zh-CN">
                <a:sym typeface="+mn-ea"/>
              </a:rPr>
              <a:t>Statistics: Induction, with mathematical guarantees (with definition of distributions)</a:t>
            </a:r>
            <a:endParaRPr lang="en-US" altLang="zh-CN"/>
          </a:p>
          <a:p>
            <a:r>
              <a:rPr lang="en-US" altLang="zh-CN" b="1">
                <a:sym typeface="+mn-ea"/>
              </a:rPr>
              <a:t>Computer</a:t>
            </a:r>
            <a:r>
              <a:rPr lang="en-US" altLang="zh-CN">
                <a:sym typeface="+mn-ea"/>
              </a:rPr>
              <a:t>: Construction, without </a:t>
            </a:r>
            <a:r>
              <a:rPr lang="en-US" altLang="zh-CN">
                <a:sym typeface="+mn-ea"/>
              </a:rPr>
              <a:t>mathematical guarantees (formal definition of large software can be slow and costy)</a:t>
            </a:r>
            <a:endParaRPr lang="en-US" altLang="zh-CN">
              <a:sym typeface="+mn-ea"/>
            </a:endParaRPr>
          </a:p>
          <a:p>
            <a:pPr lvl="1"/>
            <a:r>
              <a:rPr lang="en-US" altLang="zh-CN">
                <a:sym typeface="+mn-ea"/>
              </a:rPr>
              <a:t>Scalability: </a:t>
            </a:r>
            <a:r>
              <a:rPr lang="en-US" altLang="zh-CN"/>
              <a:t>Brute force prevails over skill (</a:t>
            </a:r>
            <a:r>
              <a:rPr lang="zh-CN" altLang="en-US"/>
              <a:t>一力降十会</a:t>
            </a:r>
            <a:r>
              <a:rPr lang="en-US" altLang="zh-CN"/>
              <a:t>)</a:t>
            </a:r>
            <a:endParaRPr lang="en-US" altLang="zh-CN"/>
          </a:p>
          <a:p>
            <a:r>
              <a:rPr lang="en-US" altLang="zh-CN">
                <a:sym typeface="+mn-ea"/>
              </a:rPr>
              <a:t>Deep Learning: Construction + Induction, without </a:t>
            </a:r>
            <a:r>
              <a:rPr lang="en-US" altLang="zh-CN">
                <a:sym typeface="+mn-ea"/>
              </a:rPr>
              <a:t>solid mathematical guarantees</a:t>
            </a:r>
            <a:endParaRPr lang="en-US" altLang="zh-CN">
              <a:sym typeface="+mn-ea"/>
            </a:endParaRPr>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Computer Science</a:t>
            </a:r>
            <a:endParaRPr lang="zh-CN" altLang="en-US"/>
          </a:p>
        </p:txBody>
      </p:sp>
      <p:sp>
        <p:nvSpPr>
          <p:cNvPr id="3" name="内容占位符 2"/>
          <p:cNvSpPr>
            <a:spLocks noGrp="1"/>
          </p:cNvSpPr>
          <p:nvPr>
            <p:ph idx="1"/>
          </p:nvPr>
        </p:nvSpPr>
        <p:spPr/>
        <p:txBody>
          <a:bodyPr/>
          <a:p>
            <a:r>
              <a:rPr lang="en-US" altLang="zh-CN"/>
              <a:t>Construct like building blocks...</a:t>
            </a:r>
            <a:endParaRPr lang="en-US" altLang="zh-CN"/>
          </a:p>
        </p:txBody>
      </p:sp>
      <p:graphicFrame>
        <p:nvGraphicFramePr>
          <p:cNvPr id="5" name="内容占位符 4"/>
          <p:cNvGraphicFramePr/>
          <p:nvPr>
            <p:ph idx="2"/>
            <p:custDataLst>
              <p:tags r:id="rId1"/>
            </p:custDataLst>
          </p:nvPr>
        </p:nvGraphicFramePr>
        <p:xfrm>
          <a:off x="827405" y="1635760"/>
          <a:ext cx="6558915" cy="1962150"/>
        </p:xfrm>
        <a:graphic>
          <a:graphicData uri="http://schemas.openxmlformats.org/drawingml/2006/table">
            <a:tbl>
              <a:tblPr firstRow="1" bandRow="1">
                <a:tableStyleId>{5C22544A-7EE6-4342-B048-85BDC9FD1C3A}</a:tableStyleId>
              </a:tblPr>
              <a:tblGrid>
                <a:gridCol w="2186305"/>
                <a:gridCol w="2186305"/>
                <a:gridCol w="2186305"/>
              </a:tblGrid>
              <a:tr h="379730">
                <a:tc>
                  <a:txBody>
                    <a:bodyPr/>
                    <a:p>
                      <a:pPr>
                        <a:buNone/>
                      </a:pPr>
                      <a:endParaRPr lang="zh-CN" altLang="en-US"/>
                    </a:p>
                  </a:txBody>
                  <a:tcPr/>
                </a:tc>
                <a:tc>
                  <a:txBody>
                    <a:bodyPr/>
                    <a:p>
                      <a:pPr>
                        <a:buNone/>
                      </a:pPr>
                      <a:r>
                        <a:rPr lang="en-US" altLang="zh-CN"/>
                        <a:t>Theory</a:t>
                      </a:r>
                      <a:endParaRPr lang="en-US" altLang="zh-CN"/>
                    </a:p>
                  </a:txBody>
                  <a:tcPr/>
                </a:tc>
                <a:tc>
                  <a:txBody>
                    <a:bodyPr/>
                    <a:p>
                      <a:pPr>
                        <a:buNone/>
                      </a:pPr>
                      <a:r>
                        <a:rPr lang="en-US" altLang="zh-CN"/>
                        <a:t>Practice</a:t>
                      </a:r>
                      <a:endParaRPr lang="en-US" altLang="zh-CN"/>
                    </a:p>
                  </a:txBody>
                  <a:tcPr/>
                </a:tc>
              </a:tr>
              <a:tr h="379730">
                <a:tc>
                  <a:txBody>
                    <a:bodyPr/>
                    <a:p>
                      <a:pPr>
                        <a:buNone/>
                      </a:pPr>
                      <a:r>
                        <a:rPr lang="en-US" altLang="zh-CN"/>
                        <a:t>Application</a:t>
                      </a:r>
                      <a:endParaRPr lang="en-US" altLang="zh-CN"/>
                    </a:p>
                  </a:txBody>
                  <a:tcPr/>
                </a:tc>
                <a:tc>
                  <a:txBody>
                    <a:bodyPr/>
                    <a:p>
                      <a:pPr>
                        <a:buNone/>
                      </a:pPr>
                      <a:r>
                        <a:rPr lang="en-US" altLang="zh-CN"/>
                        <a:t>Optimization</a:t>
                      </a:r>
                      <a:endParaRPr lang="en-US" altLang="zh-CN"/>
                    </a:p>
                    <a:p>
                      <a:pPr>
                        <a:buNone/>
                      </a:pPr>
                      <a:r>
                        <a:rPr lang="en-US" altLang="zh-CN"/>
                        <a:t>geometry</a:t>
                      </a:r>
                      <a:endParaRPr lang="en-US" altLang="zh-CN"/>
                    </a:p>
                  </a:txBody>
                  <a:tcPr/>
                </a:tc>
                <a:tc>
                  <a:txBody>
                    <a:bodyPr/>
                    <a:p>
                      <a:pPr>
                        <a:buNone/>
                      </a:pPr>
                      <a:r>
                        <a:rPr lang="zh-CN" altLang="en-US"/>
                        <a:t>Machine Learning</a:t>
                      </a:r>
                      <a:endParaRPr lang="zh-CN" altLang="en-US"/>
                    </a:p>
                    <a:p>
                      <a:pPr>
                        <a:buNone/>
                      </a:pPr>
                      <a:r>
                        <a:rPr lang="zh-CN" altLang="en-US"/>
                        <a:t>Computer Graphics</a:t>
                      </a:r>
                      <a:endParaRPr lang="zh-CN" altLang="en-US"/>
                    </a:p>
                    <a:p>
                      <a:pPr>
                        <a:buNone/>
                      </a:pPr>
                      <a:r>
                        <a:rPr lang="en-US" altLang="zh-CN"/>
                        <a:t>Internet</a:t>
                      </a:r>
                      <a:endParaRPr lang="en-US" altLang="zh-CN"/>
                    </a:p>
                    <a:p>
                      <a:pPr>
                        <a:buNone/>
                      </a:pPr>
                      <a:r>
                        <a:rPr lang="en-US" altLang="zh-CN"/>
                        <a:t>....</a:t>
                      </a:r>
                      <a:endParaRPr lang="en-US" altLang="zh-CN"/>
                    </a:p>
                  </a:txBody>
                  <a:tcPr/>
                </a:tc>
              </a:tr>
              <a:tr h="822960">
                <a:tc>
                  <a:txBody>
                    <a:bodyPr/>
                    <a:p>
                      <a:pPr>
                        <a:buNone/>
                      </a:pPr>
                      <a:r>
                        <a:rPr lang="en-US" altLang="zh-CN"/>
                        <a:t>Software</a:t>
                      </a:r>
                      <a:endParaRPr lang="en-US" altLang="zh-CN"/>
                    </a:p>
                  </a:txBody>
                  <a:tcPr/>
                </a:tc>
                <a:tc>
                  <a:txBody>
                    <a:bodyPr/>
                    <a:p>
                      <a:pPr>
                        <a:buNone/>
                      </a:pPr>
                      <a:r>
                        <a:rPr lang="en-US" altLang="zh-CN"/>
                        <a:t>Discrete Mathematics:</a:t>
                      </a:r>
                      <a:endParaRPr lang="en-US" altLang="zh-CN"/>
                    </a:p>
                    <a:p>
                      <a:pPr>
                        <a:buNone/>
                      </a:pPr>
                      <a:endParaRPr lang="en-US" altLang="zh-CN"/>
                    </a:p>
                    <a:p>
                      <a:pPr>
                        <a:buNone/>
                      </a:pPr>
                      <a:r>
                        <a:rPr lang="en-US" altLang="zh-CN"/>
                        <a:t>Turing Machine (</a:t>
                      </a:r>
                      <a:r>
                        <a:rPr lang="en-US" altLang="zh-CN">
                          <a:hlinkClick r:id="rId2" action="ppaction://hlinkfile"/>
                        </a:rPr>
                        <a:t>doodle</a:t>
                      </a:r>
                      <a:r>
                        <a:rPr lang="en-US" altLang="zh-CN"/>
                        <a:t>)</a:t>
                      </a:r>
                      <a:endParaRPr lang="en-US" altLang="zh-CN"/>
                    </a:p>
                    <a:p>
                      <a:pPr>
                        <a:buNone/>
                      </a:pPr>
                      <a:r>
                        <a:rPr lang="en-US" altLang="zh-CN"/>
                        <a:t>+ Von Neumann architecture</a:t>
                      </a:r>
                      <a:endParaRPr lang="en-US" altLang="zh-CN"/>
                    </a:p>
                  </a:txBody>
                  <a:tcPr/>
                </a:tc>
                <a:tc>
                  <a:txBody>
                    <a:bodyPr/>
                    <a:p>
                      <a:pPr>
                        <a:buNone/>
                      </a:pPr>
                      <a:r>
                        <a:rPr lang="en-US" altLang="zh-CN"/>
                        <a:t>Network </a:t>
                      </a:r>
                      <a:endParaRPr lang="en-US" altLang="zh-CN"/>
                    </a:p>
                    <a:p>
                      <a:pPr>
                        <a:buNone/>
                      </a:pPr>
                      <a:r>
                        <a:rPr lang="en-US" altLang="zh-CN"/>
                        <a:t>Database</a:t>
                      </a:r>
                      <a:endParaRPr lang="en-US" altLang="zh-CN"/>
                    </a:p>
                    <a:p>
                      <a:pPr>
                        <a:buNone/>
                      </a:pPr>
                      <a:r>
                        <a:rPr lang="en-US" altLang="zh-CN"/>
                        <a:t>Compiler</a:t>
                      </a:r>
                      <a:endParaRPr lang="en-US" altLang="zh-CN"/>
                    </a:p>
                    <a:p>
                      <a:pPr>
                        <a:buNone/>
                      </a:pPr>
                      <a:r>
                        <a:rPr lang="en-US" altLang="zh-CN"/>
                        <a:t>OS</a:t>
                      </a:r>
                      <a:endParaRPr lang="en-US" altLang="zh-CN"/>
                    </a:p>
                  </a:txBody>
                  <a:tcPr/>
                </a:tc>
              </a:tr>
              <a:tr h="379730">
                <a:tc>
                  <a:txBody>
                    <a:bodyPr/>
                    <a:p>
                      <a:pPr>
                        <a:buNone/>
                      </a:pPr>
                      <a:r>
                        <a:rPr lang="en-US" altLang="zh-CN"/>
                        <a:t>Hardware</a:t>
                      </a:r>
                      <a:endParaRPr lang="en-US" altLang="zh-CN"/>
                    </a:p>
                  </a:txBody>
                  <a:tcPr/>
                </a:tc>
                <a:tc>
                  <a:txBody>
                    <a:bodyPr/>
                    <a:p>
                      <a:pPr>
                        <a:buNone/>
                      </a:pPr>
                      <a:r>
                        <a:rPr lang="zh-CN" altLang="en-US"/>
                        <a:t>Electromagnetism</a:t>
                      </a:r>
                      <a:endParaRPr lang="zh-CN" altLang="en-US"/>
                    </a:p>
                  </a:txBody>
                  <a:tcPr/>
                </a:tc>
                <a:tc>
                  <a:txBody>
                    <a:bodyPr/>
                    <a:p>
                      <a:pPr>
                        <a:buNone/>
                      </a:pPr>
                      <a:r>
                        <a:rPr lang="zh-CN" altLang="en-US"/>
                        <a:t>Digital Circuit</a:t>
                      </a:r>
                      <a:r>
                        <a:rPr lang="en-US" altLang="zh-CN"/>
                        <a:t> (Clock Speed)</a:t>
                      </a:r>
                      <a:endParaRPr lang="en-US" altLang="zh-CN"/>
                    </a:p>
                    <a:p>
                      <a:pPr>
                        <a:buNone/>
                      </a:pPr>
                      <a:endParaRPr lang="en-US" altLang="zh-CN"/>
                    </a:p>
                    <a:p>
                      <a:pPr>
                        <a:buNone/>
                      </a:pPr>
                      <a:r>
                        <a:rPr lang="en-US" altLang="zh-CN"/>
                        <a:t>paper/mechanical/...</a:t>
                      </a:r>
                      <a:endParaRPr lang="en-US" altLang="zh-CN"/>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System Software</a:t>
            </a:r>
            <a:endParaRPr lang="zh-CN" altLang="en-US"/>
          </a:p>
        </p:txBody>
      </p:sp>
      <p:sp>
        <p:nvSpPr>
          <p:cNvPr id="3" name="内容占位符 2"/>
          <p:cNvSpPr>
            <a:spLocks noGrp="1"/>
          </p:cNvSpPr>
          <p:nvPr>
            <p:ph idx="1"/>
          </p:nvPr>
        </p:nvSpPr>
        <p:spPr/>
        <p:txBody>
          <a:bodyPr/>
          <a:p>
            <a:r>
              <a:rPr lang="zh-CN" altLang="en-US"/>
              <a:t>System software is software designed to provide a platform for other software. </a:t>
            </a:r>
            <a:endParaRPr lang="zh-CN" altLang="en-US"/>
          </a:p>
        </p:txBody>
      </p:sp>
      <p:pic>
        <p:nvPicPr>
          <p:cNvPr id="4" name="Picture 3"/>
          <p:cNvPicPr/>
          <p:nvPr/>
        </p:nvPicPr>
        <p:blipFill>
          <a:blip r:embed="rId1"/>
          <a:stretch>
            <a:fillRect/>
          </a:stretch>
        </p:blipFill>
        <p:spPr>
          <a:xfrm>
            <a:off x="827405" y="1210945"/>
            <a:ext cx="6910705" cy="3297555"/>
          </a:xfrm>
          <a:prstGeom prst="rect">
            <a:avLst/>
          </a:prstGeom>
          <a:noFill/>
          <a:ln w="9525">
            <a:noFill/>
          </a:ln>
        </p:spPr>
      </p:pic>
      <p:sp>
        <p:nvSpPr>
          <p:cNvPr id="5" name="文本框 4"/>
          <p:cNvSpPr txBox="1"/>
          <p:nvPr/>
        </p:nvSpPr>
        <p:spPr>
          <a:xfrm>
            <a:off x="683895" y="4508500"/>
            <a:ext cx="4572000" cy="260350"/>
          </a:xfrm>
          <a:prstGeom prst="rect">
            <a:avLst/>
          </a:prstGeom>
          <a:noFill/>
        </p:spPr>
        <p:txBody>
          <a:bodyPr wrap="square" rtlCol="0" anchor="t">
            <a:spAutoFit/>
          </a:bodyPr>
          <a:p>
            <a:r>
              <a:rPr lang="en-US" altLang="zh-CN" sz="1100" dirty="0">
                <a:sym typeface="+mn-ea"/>
              </a:rPr>
              <a:t>Q:</a:t>
            </a:r>
            <a:r>
              <a:rPr lang="zh-CN" altLang="en-US" sz="1100" dirty="0">
                <a:sym typeface="+mn-ea"/>
              </a:rPr>
              <a:t> </a:t>
            </a:r>
            <a:r>
              <a:rPr lang="en-US" altLang="zh-CN" sz="1100" dirty="0">
                <a:sym typeface="+mn-ea"/>
              </a:rPr>
              <a:t>Can you give some examples of system software?</a:t>
            </a:r>
            <a:endParaRPr lang="en-US" altLang="zh-CN" sz="1100" dirty="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OS:</a:t>
            </a:r>
            <a:r>
              <a:rPr lang="en-US" altLang="zh-CN">
                <a:sym typeface="+mn-ea"/>
              </a:rPr>
              <a:t>Conceptualize Hardware</a:t>
            </a:r>
            <a:endParaRPr lang="en-US" altLang="zh-CN"/>
          </a:p>
        </p:txBody>
      </p:sp>
      <p:graphicFrame>
        <p:nvGraphicFramePr>
          <p:cNvPr id="4" name="内容占位符 3"/>
          <p:cNvGraphicFramePr/>
          <p:nvPr>
            <p:ph idx="1"/>
          </p:nvPr>
        </p:nvGraphicFramePr>
        <p:xfrm>
          <a:off x="347663" y="719138"/>
          <a:ext cx="8446770" cy="3230880"/>
        </p:xfrm>
        <a:graphic>
          <a:graphicData uri="http://schemas.openxmlformats.org/drawingml/2006/table">
            <a:tbl>
              <a:tblPr firstRow="1" bandRow="1">
                <a:tableStyleId>{5C22544A-7EE6-4342-B048-85BDC9FD1C3A}</a:tableStyleId>
              </a:tblPr>
              <a:tblGrid>
                <a:gridCol w="4223385"/>
                <a:gridCol w="4223385"/>
              </a:tblGrid>
              <a:tr h="381000">
                <a:tc>
                  <a:txBody>
                    <a:bodyPr/>
                    <a:p>
                      <a:pPr>
                        <a:buNone/>
                      </a:pPr>
                      <a:r>
                        <a:rPr lang="en-US" altLang="zh-CN"/>
                        <a:t>Functionaility</a:t>
                      </a:r>
                      <a:endParaRPr lang="en-US" altLang="zh-CN"/>
                    </a:p>
                  </a:txBody>
                  <a:tcPr/>
                </a:tc>
                <a:tc>
                  <a:txBody>
                    <a:bodyPr/>
                    <a:p>
                      <a:pPr>
                        <a:buNone/>
                      </a:pPr>
                      <a:r>
                        <a:rPr lang="en-US" altLang="zh-CN"/>
                        <a:t>Windows/Linux</a:t>
                      </a:r>
                      <a:endParaRPr lang="en-US" altLang="zh-CN"/>
                    </a:p>
                  </a:txBody>
                  <a:tcPr/>
                </a:tc>
              </a:tr>
              <a:tr h="381000">
                <a:tc>
                  <a:txBody>
                    <a:bodyPr/>
                    <a:p>
                      <a:pPr>
                        <a:buNone/>
                      </a:pPr>
                      <a:r>
                        <a:rPr lang="en-US" altLang="zh-CN"/>
                        <a:t>Process:</a:t>
                      </a:r>
                      <a:endParaRPr lang="en-US" altLang="zh-CN"/>
                    </a:p>
                    <a:p>
                      <a:pPr>
                        <a:buNone/>
                      </a:pPr>
                      <a:endParaRPr lang="en-US" altLang="zh-CN"/>
                    </a:p>
                    <a:p>
                      <a:pPr>
                        <a:buNone/>
                      </a:pPr>
                      <a:r>
                        <a:rPr lang="en-US" altLang="zh-CN"/>
                        <a:t>Isolation</a:t>
                      </a:r>
                      <a:endParaRPr lang="en-US" altLang="zh-CN"/>
                    </a:p>
                    <a:p>
                      <a:pPr>
                        <a:buNone/>
                      </a:pPr>
                      <a:r>
                        <a:rPr lang="en-US" altLang="zh-CN"/>
                        <a:t>Paralellization</a:t>
                      </a:r>
                      <a:endParaRPr lang="en-US" altLang="zh-CN"/>
                    </a:p>
                  </a:txBody>
                  <a:tcPr/>
                </a:tc>
                <a:tc>
                  <a:txBody>
                    <a:bodyPr/>
                    <a:p>
                      <a:pPr>
                        <a:buNone/>
                      </a:pPr>
                      <a:r>
                        <a:rPr lang="en-US" altLang="zh-CN"/>
                        <a:t>Queue/Time </a:t>
                      </a:r>
                      <a:r>
                        <a:rPr lang="en-US" altLang="zh-CN"/>
                        <a:t>Sharing (for realtime), nice command</a:t>
                      </a:r>
                      <a:endParaRPr lang="en-US" altLang="zh-CN"/>
                    </a:p>
                    <a:p>
                      <a:pPr>
                        <a:buNone/>
                      </a:pPr>
                      <a:endParaRPr lang="en-US" altLang="zh-CN"/>
                    </a:p>
                    <a:p>
                      <a:pPr>
                        <a:buNone/>
                      </a:pPr>
                      <a:r>
                        <a:rPr lang="en-US" altLang="zh-CN"/>
                        <a:t>Test and Set-&gt; Mutex -&gt; </a:t>
                      </a:r>
                      <a:r>
                        <a:rPr lang="en-US" altLang="zh-CN" sz="1200">
                          <a:sym typeface="+mn-ea"/>
                        </a:rPr>
                        <a:t>Threading/Process -&gt; Queue/...</a:t>
                      </a:r>
                      <a:endParaRPr lang="en-US" altLang="zh-CN"/>
                    </a:p>
                  </a:txBody>
                  <a:tcPr/>
                </a:tc>
              </a:tr>
              <a:tr h="381000">
                <a:tc>
                  <a:txBody>
                    <a:bodyPr/>
                    <a:p>
                      <a:pPr>
                        <a:buNone/>
                      </a:pPr>
                      <a:r>
                        <a:rPr lang="en-US" altLang="zh-CN"/>
                        <a:t>Storage:</a:t>
                      </a:r>
                      <a:endParaRPr lang="en-US" altLang="zh-CN"/>
                    </a:p>
                    <a:p>
                      <a:pPr>
                        <a:buNone/>
                      </a:pPr>
                      <a:endParaRPr lang="en-US" altLang="zh-CN"/>
                    </a:p>
                    <a:p>
                      <a:pPr>
                        <a:buNone/>
                      </a:pPr>
                      <a:r>
                        <a:rPr lang="en-US" altLang="zh-CN"/>
                        <a:t>Memory</a:t>
                      </a:r>
                      <a:endParaRPr lang="en-US" altLang="zh-CN"/>
                    </a:p>
                    <a:p>
                      <a:pPr>
                        <a:buNone/>
                      </a:pPr>
                      <a:r>
                        <a:rPr lang="en-US" altLang="zh-CN"/>
                        <a:t>Disk</a:t>
                      </a:r>
                      <a:endParaRPr lang="en-US" altLang="zh-CN"/>
                    </a:p>
                  </a:txBody>
                  <a:tcPr/>
                </a:tc>
                <a:tc>
                  <a:txBody>
                    <a:bodyPr/>
                    <a:p>
                      <a:pPr>
                        <a:buNone/>
                      </a:pPr>
                      <a:endParaRPr lang="en-US" altLang="zh-CN"/>
                    </a:p>
                    <a:p>
                      <a:pPr>
                        <a:buNone/>
                      </a:pPr>
                      <a:r>
                        <a:rPr lang="en-US" altLang="zh-CN"/>
                        <a:t>Addr./Blocks -- similiar to a city</a:t>
                      </a:r>
                      <a:endParaRPr lang="en-US" altLang="zh-CN"/>
                    </a:p>
                    <a:p>
                      <a:pPr>
                        <a:buNone/>
                      </a:pPr>
                      <a:endParaRPr lang="en-US" altLang="zh-CN"/>
                    </a:p>
                    <a:p>
                      <a:pPr>
                        <a:buNone/>
                      </a:pPr>
                      <a:r>
                        <a:rPr lang="en-US" altLang="zh-CN"/>
                        <a:t>NTFS/ext4</a:t>
                      </a:r>
                      <a:endParaRPr lang="en-US" altLang="zh-CN"/>
                    </a:p>
                  </a:txBody>
                  <a:tcPr/>
                </a:tc>
              </a:tr>
              <a:tr h="381000">
                <a:tc>
                  <a:txBody>
                    <a:bodyPr/>
                    <a:p>
                      <a:pPr>
                        <a:buNone/>
                      </a:pPr>
                      <a:r>
                        <a:rPr lang="en-US" altLang="zh-CN"/>
                        <a:t>Interface:</a:t>
                      </a:r>
                      <a:endParaRPr lang="en-US" altLang="zh-CN"/>
                    </a:p>
                    <a:p>
                      <a:pPr>
                        <a:buNone/>
                      </a:pPr>
                      <a:endParaRPr lang="en-US" altLang="zh-CN"/>
                    </a:p>
                    <a:p>
                      <a:pPr>
                        <a:buNone/>
                      </a:pPr>
                      <a:r>
                        <a:rPr lang="en-US" altLang="zh-CN"/>
                        <a:t>GUI</a:t>
                      </a:r>
                      <a:endParaRPr lang="en-US" altLang="zh-CN"/>
                    </a:p>
                    <a:p>
                      <a:pPr>
                        <a:buNone/>
                      </a:pPr>
                      <a:r>
                        <a:rPr lang="en-US" altLang="zh-CN"/>
                        <a:t>Progamming </a:t>
                      </a:r>
                      <a:endParaRPr lang="en-US" altLang="zh-CN"/>
                    </a:p>
                  </a:txBody>
                  <a:tcPr/>
                </a:tc>
                <a:tc>
                  <a:txBody>
                    <a:bodyPr/>
                    <a:p>
                      <a:pPr>
                        <a:buNone/>
                      </a:pPr>
                      <a:endParaRPr lang="en-US" altLang="zh-CN"/>
                    </a:p>
                    <a:p>
                      <a:pPr>
                        <a:buNone/>
                      </a:pPr>
                      <a:endParaRPr lang="en-US" altLang="zh-CN"/>
                    </a:p>
                    <a:p>
                      <a:pPr>
                        <a:buNone/>
                      </a:pPr>
                      <a:endParaRPr lang="en-US" altLang="zh-CN"/>
                    </a:p>
                    <a:p>
                      <a:pPr>
                        <a:buNone/>
                      </a:pPr>
                      <a:r>
                        <a:rPr lang="en-US" altLang="zh-CN"/>
                        <a:t>cmd/Bash</a:t>
                      </a:r>
                      <a:endParaRPr lang="en-US" altLang="zh-CN"/>
                    </a:p>
                  </a:txBody>
                  <a:tcPr/>
                </a:tc>
              </a:tr>
              <a:tr h="381000">
                <a:tc>
                  <a:txBody>
                    <a:bodyPr/>
                    <a:p>
                      <a:pPr>
                        <a:buNone/>
                      </a:pPr>
                      <a:r>
                        <a:rPr lang="en-US" altLang="zh-CN"/>
                        <a:t>I/O:</a:t>
                      </a:r>
                      <a:endParaRPr lang="en-US" altLang="zh-CN"/>
                    </a:p>
                    <a:p>
                      <a:pPr>
                        <a:buNone/>
                      </a:pPr>
                      <a:endParaRPr lang="en-US" altLang="zh-CN"/>
                    </a:p>
                    <a:p>
                      <a:pPr>
                        <a:buNone/>
                      </a:pPr>
                      <a:r>
                        <a:rPr lang="en-US" altLang="zh-CN"/>
                        <a:t>Import/Export</a:t>
                      </a:r>
                      <a:endParaRPr lang="en-US" altLang="zh-CN"/>
                    </a:p>
                  </a:txBody>
                  <a:tcPr/>
                </a:tc>
                <a:tc>
                  <a:txBody>
                    <a:bodyPr/>
                    <a:p>
                      <a:pPr>
                        <a:buNone/>
                      </a:pPr>
                      <a:endParaRPr lang="zh-CN" altLang="en-US"/>
                    </a:p>
                    <a:p>
                      <a:pPr>
                        <a:buNone/>
                      </a:pPr>
                      <a:r>
                        <a:rPr lang="en-US" altLang="zh-CN"/>
                        <a:t>Mouse/Keyboard</a:t>
                      </a:r>
                      <a:endParaRPr lang="en-US" altLang="zh-CN"/>
                    </a:p>
                    <a:p>
                      <a:pPr>
                        <a:buNone/>
                      </a:pPr>
                      <a:r>
                        <a:rPr lang="en-US" altLang="zh-CN"/>
                        <a:t>Monitor</a:t>
                      </a:r>
                      <a:endParaRPr lang="en-US" altLang="zh-CN"/>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Database</a:t>
            </a:r>
            <a:r>
              <a:rPr lang="en-US" altLang="zh-CN">
                <a:sym typeface="+mn-ea"/>
              </a:rPr>
              <a:t>:</a:t>
            </a:r>
            <a:r>
              <a:rPr lang="en-US" altLang="zh-CN">
                <a:sym typeface="+mn-ea"/>
              </a:rPr>
              <a:t>Conceptualize Bits</a:t>
            </a:r>
            <a:endParaRPr lang="en-US" altLang="zh-CN"/>
          </a:p>
        </p:txBody>
      </p:sp>
      <p:sp>
        <p:nvSpPr>
          <p:cNvPr id="3" name="内容占位符 2"/>
          <p:cNvSpPr>
            <a:spLocks noGrp="1"/>
          </p:cNvSpPr>
          <p:nvPr>
            <p:ph idx="1"/>
          </p:nvPr>
        </p:nvSpPr>
        <p:spPr/>
        <p:txBody>
          <a:bodyPr/>
          <a:p>
            <a:endParaRPr lang="zh-CN" altLang="en-US"/>
          </a:p>
        </p:txBody>
      </p:sp>
      <p:graphicFrame>
        <p:nvGraphicFramePr>
          <p:cNvPr id="4" name="表格 3"/>
          <p:cNvGraphicFramePr/>
          <p:nvPr/>
        </p:nvGraphicFramePr>
        <p:xfrm>
          <a:off x="347663" y="719138"/>
          <a:ext cx="8446770" cy="3230880"/>
        </p:xfrm>
        <a:graphic>
          <a:graphicData uri="http://schemas.openxmlformats.org/drawingml/2006/table">
            <a:tbl>
              <a:tblPr firstRow="1" bandRow="1">
                <a:tableStyleId>{5C22544A-7EE6-4342-B048-85BDC9FD1C3A}</a:tableStyleId>
              </a:tblPr>
              <a:tblGrid>
                <a:gridCol w="4223385"/>
                <a:gridCol w="4223385"/>
              </a:tblGrid>
              <a:tr h="381000">
                <a:tc>
                  <a:txBody>
                    <a:bodyPr/>
                    <a:p>
                      <a:pPr>
                        <a:buNone/>
                      </a:pPr>
                      <a:r>
                        <a:rPr lang="en-US" altLang="zh-CN"/>
                        <a:t>Functionaility</a:t>
                      </a:r>
                      <a:endParaRPr lang="en-US" altLang="zh-CN"/>
                    </a:p>
                  </a:txBody>
                  <a:tcPr/>
                </a:tc>
                <a:tc>
                  <a:txBody>
                    <a:bodyPr/>
                    <a:p>
                      <a:pPr>
                        <a:buNone/>
                      </a:pPr>
                      <a:r>
                        <a:rPr lang="en-US" altLang="zh-CN"/>
                        <a:t>PostgreSQL</a:t>
                      </a:r>
                      <a:endParaRPr lang="en-US" altLang="zh-CN"/>
                    </a:p>
                  </a:txBody>
                  <a:tcPr/>
                </a:tc>
              </a:tr>
              <a:tr h="381000">
                <a:tc>
                  <a:txBody>
                    <a:bodyPr/>
                    <a:p>
                      <a:pPr>
                        <a:buNone/>
                      </a:pPr>
                      <a:r>
                        <a:rPr lang="en-US" altLang="zh-CN"/>
                        <a:t>Process:</a:t>
                      </a:r>
                      <a:endParaRPr lang="en-US" altLang="zh-CN"/>
                    </a:p>
                    <a:p>
                      <a:pPr>
                        <a:buNone/>
                      </a:pPr>
                      <a:endParaRPr lang="en-US" altLang="zh-CN"/>
                    </a:p>
                    <a:p>
                      <a:pPr>
                        <a:buNone/>
                      </a:pPr>
                      <a:r>
                        <a:rPr lang="en-US" altLang="zh-CN"/>
                        <a:t>Isolation</a:t>
                      </a:r>
                      <a:endParaRPr lang="en-US" altLang="zh-CN"/>
                    </a:p>
                    <a:p>
                      <a:pPr>
                        <a:buNone/>
                      </a:pPr>
                      <a:r>
                        <a:rPr lang="en-US" altLang="zh-CN"/>
                        <a:t>Paralellization</a:t>
                      </a:r>
                      <a:endParaRPr lang="en-US" altLang="zh-CN"/>
                    </a:p>
                  </a:txBody>
                  <a:tcPr/>
                </a:tc>
                <a:tc>
                  <a:txBody>
                    <a:bodyPr/>
                    <a:p>
                      <a:pPr>
                        <a:buNone/>
                      </a:pPr>
                      <a:endParaRPr lang="en-US" altLang="zh-CN"/>
                    </a:p>
                    <a:p>
                      <a:pPr>
                        <a:buNone/>
                      </a:pPr>
                      <a:endParaRPr lang="en-US" altLang="zh-CN"/>
                    </a:p>
                    <a:p>
                      <a:pPr>
                        <a:buNone/>
                      </a:pPr>
                      <a:r>
                        <a:rPr lang="en-US" altLang="zh-CN"/>
                        <a:t>Transaction</a:t>
                      </a:r>
                      <a:endParaRPr lang="en-US" altLang="zh-CN"/>
                    </a:p>
                  </a:txBody>
                  <a:tcPr/>
                </a:tc>
              </a:tr>
              <a:tr h="381000">
                <a:tc>
                  <a:txBody>
                    <a:bodyPr/>
                    <a:p>
                      <a:pPr>
                        <a:buNone/>
                      </a:pPr>
                      <a:r>
                        <a:rPr lang="en-US" altLang="zh-CN"/>
                        <a:t>Storage:</a:t>
                      </a:r>
                      <a:endParaRPr lang="en-US" altLang="zh-CN"/>
                    </a:p>
                    <a:p>
                      <a:pPr>
                        <a:buNone/>
                      </a:pPr>
                      <a:endParaRPr lang="en-US" altLang="zh-CN"/>
                    </a:p>
                    <a:p>
                      <a:pPr>
                        <a:buNone/>
                      </a:pPr>
                      <a:r>
                        <a:rPr lang="en-US" altLang="zh-CN"/>
                        <a:t>Memory</a:t>
                      </a:r>
                      <a:endParaRPr lang="en-US" altLang="zh-CN"/>
                    </a:p>
                    <a:p>
                      <a:pPr>
                        <a:buNone/>
                      </a:pPr>
                      <a:r>
                        <a:rPr lang="en-US" altLang="zh-CN"/>
                        <a:t>Disk</a:t>
                      </a:r>
                      <a:endParaRPr lang="en-US" altLang="zh-CN"/>
                    </a:p>
                  </a:txBody>
                  <a:tcPr/>
                </a:tc>
                <a:tc>
                  <a:txBody>
                    <a:bodyPr/>
                    <a:p>
                      <a:pPr>
                        <a:buNone/>
                      </a:pPr>
                      <a:endParaRPr lang="en-US" altLang="zh-CN"/>
                    </a:p>
                    <a:p>
                      <a:pPr>
                        <a:buNone/>
                      </a:pPr>
                      <a:r>
                        <a:rPr lang="en-US" altLang="zh-CN"/>
                        <a:t>Relational Tables</a:t>
                      </a:r>
                      <a:endParaRPr lang="en-US" altLang="zh-CN"/>
                    </a:p>
                  </a:txBody>
                  <a:tcPr/>
                </a:tc>
              </a:tr>
              <a:tr h="381000">
                <a:tc>
                  <a:txBody>
                    <a:bodyPr/>
                    <a:p>
                      <a:pPr>
                        <a:buNone/>
                      </a:pPr>
                      <a:r>
                        <a:rPr lang="en-US" altLang="zh-CN"/>
                        <a:t>Interface:</a:t>
                      </a:r>
                      <a:endParaRPr lang="en-US" altLang="zh-CN"/>
                    </a:p>
                    <a:p>
                      <a:pPr>
                        <a:buNone/>
                      </a:pPr>
                      <a:endParaRPr lang="en-US" altLang="zh-CN"/>
                    </a:p>
                    <a:p>
                      <a:pPr>
                        <a:buNone/>
                      </a:pPr>
                      <a:r>
                        <a:rPr lang="en-US" altLang="zh-CN"/>
                        <a:t>GUI</a:t>
                      </a:r>
                      <a:endParaRPr lang="en-US" altLang="zh-CN"/>
                    </a:p>
                    <a:p>
                      <a:pPr>
                        <a:buNone/>
                      </a:pPr>
                      <a:r>
                        <a:rPr lang="en-US" altLang="zh-CN"/>
                        <a:t>Progamming </a:t>
                      </a:r>
                      <a:endParaRPr lang="en-US" altLang="zh-CN"/>
                    </a:p>
                  </a:txBody>
                  <a:tcPr/>
                </a:tc>
                <a:tc>
                  <a:txBody>
                    <a:bodyPr/>
                    <a:p>
                      <a:pPr>
                        <a:buNone/>
                      </a:pPr>
                      <a:endParaRPr lang="zh-CN" altLang="en-US"/>
                    </a:p>
                    <a:p>
                      <a:pPr>
                        <a:buNone/>
                      </a:pPr>
                      <a:r>
                        <a:rPr lang="en-US" altLang="zh-CN"/>
                        <a:t>SQL</a:t>
                      </a:r>
                      <a:endParaRPr lang="en-US" altLang="zh-CN"/>
                    </a:p>
                  </a:txBody>
                  <a:tcPr/>
                </a:tc>
              </a:tr>
              <a:tr h="381000">
                <a:tc>
                  <a:txBody>
                    <a:bodyPr/>
                    <a:p>
                      <a:pPr>
                        <a:buNone/>
                      </a:pPr>
                      <a:r>
                        <a:rPr lang="en-US" altLang="zh-CN"/>
                        <a:t>I/O:</a:t>
                      </a:r>
                      <a:endParaRPr lang="en-US" altLang="zh-CN"/>
                    </a:p>
                    <a:p>
                      <a:pPr>
                        <a:buNone/>
                      </a:pPr>
                      <a:endParaRPr lang="en-US" altLang="zh-CN"/>
                    </a:p>
                    <a:p>
                      <a:pPr>
                        <a:buNone/>
                      </a:pPr>
                      <a:r>
                        <a:rPr lang="en-US" altLang="zh-CN"/>
                        <a:t>Import/Export</a:t>
                      </a:r>
                      <a:endParaRPr lang="en-US" altLang="zh-CN"/>
                    </a:p>
                  </a:txBody>
                  <a:tcPr/>
                </a:tc>
                <a:tc>
                  <a:txBody>
                    <a:bodyPr/>
                    <a:p>
                      <a:pPr>
                        <a:buNone/>
                      </a:pPr>
                      <a:endParaRPr lang="zh-CN" altLang="en-US"/>
                    </a:p>
                    <a:p>
                      <a:pPr>
                        <a:buNone/>
                      </a:pPr>
                      <a:r>
                        <a:rPr lang="en-US" altLang="zh-CN"/>
                        <a:t>Import csv</a:t>
                      </a:r>
                      <a:endParaRPr lang="en-US" altLang="zh-CN"/>
                    </a:p>
                    <a:p>
                      <a:pPr>
                        <a:buNone/>
                      </a:pPr>
                      <a:r>
                        <a:rPr lang="en-US" altLang="zh-CN"/>
                        <a:t>ODBC/Drivers</a:t>
                      </a:r>
                      <a:endParaRPr lang="en-US" altLang="zh-CN"/>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Survey: How much do you still remember?</a:t>
            </a:r>
            <a:endParaRPr lang="en-US" altLang="zh-CN"/>
          </a:p>
        </p:txBody>
      </p:sp>
      <p:sp>
        <p:nvSpPr>
          <p:cNvPr id="3" name="内容占位符 2"/>
          <p:cNvSpPr>
            <a:spLocks noGrp="1"/>
          </p:cNvSpPr>
          <p:nvPr>
            <p:ph idx="1"/>
          </p:nvPr>
        </p:nvSpPr>
        <p:spPr/>
        <p:txBody>
          <a:bodyPr/>
          <a:p>
            <a:r>
              <a:rPr lang="en-US" altLang="zh-CN">
                <a:sym typeface="+mn-ea"/>
              </a:rPr>
              <a:t>DBMS</a:t>
            </a:r>
            <a:endParaRPr lang="en-US" altLang="zh-CN">
              <a:sym typeface="+mn-ea"/>
            </a:endParaRPr>
          </a:p>
          <a:p>
            <a:r>
              <a:rPr lang="en-US" altLang="zh-CN">
                <a:sym typeface="+mn-ea"/>
              </a:rPr>
              <a:t>OLTP/OLAP</a:t>
            </a:r>
            <a:endParaRPr lang="en-US" altLang="zh-CN">
              <a:sym typeface="+mn-ea"/>
            </a:endParaRPr>
          </a:p>
          <a:p>
            <a:r>
              <a:rPr lang="en-US" altLang="zh-CN">
                <a:sym typeface="+mn-ea"/>
              </a:rPr>
              <a:t>DDL/DML/SQL</a:t>
            </a:r>
            <a:endParaRPr lang="en-US" altLang="zh-CN">
              <a:sym typeface="+mn-ea"/>
            </a:endParaRPr>
          </a:p>
          <a:p>
            <a:r>
              <a:rPr lang="en-US" altLang="zh-CN">
                <a:sym typeface="+mn-ea"/>
              </a:rPr>
              <a:t>E-R/Relational</a:t>
            </a:r>
            <a:endParaRPr lang="en-US" altLang="zh-CN">
              <a:sym typeface="+mn-ea"/>
            </a:endParaRPr>
          </a:p>
          <a:p>
            <a:r>
              <a:rPr lang="en-US" altLang="zh-CN"/>
              <a:t>1NF/2NF/3/NF</a:t>
            </a:r>
            <a:endParaRPr lang="en-US" altLang="zh-CN"/>
          </a:p>
        </p:txBody>
      </p:sp>
      <p:pic>
        <p:nvPicPr>
          <p:cNvPr id="4" name="图片 3" descr="13401810938187556"/>
          <p:cNvPicPr>
            <a:picLocks noChangeAspect="1"/>
          </p:cNvPicPr>
          <p:nvPr/>
        </p:nvPicPr>
        <p:blipFill>
          <a:blip r:embed="rId1"/>
          <a:stretch>
            <a:fillRect/>
          </a:stretch>
        </p:blipFill>
        <p:spPr>
          <a:xfrm>
            <a:off x="4572000" y="883285"/>
            <a:ext cx="3276600" cy="3276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DBMS</a:t>
            </a:r>
            <a:endParaRPr lang="zh-CN" altLang="en-US"/>
          </a:p>
        </p:txBody>
      </p:sp>
      <p:sp>
        <p:nvSpPr>
          <p:cNvPr id="3" name="内容占位符 2"/>
          <p:cNvSpPr>
            <a:spLocks noGrp="1"/>
          </p:cNvSpPr>
          <p:nvPr>
            <p:ph idx="1"/>
          </p:nvPr>
        </p:nvSpPr>
        <p:spPr/>
        <p:txBody>
          <a:bodyPr/>
          <a:p>
            <a:r>
              <a:rPr lang="en-US" altLang="zh-CN">
                <a:sym typeface="+mn-ea"/>
              </a:rPr>
              <a:t>A super powerful "warehouse manager".</a:t>
            </a:r>
            <a:endParaRPr lang="en-US" altLang="zh-CN">
              <a:sym typeface="+mn-ea"/>
            </a:endParaRPr>
          </a:p>
          <a:p>
            <a:endParaRPr lang="en-US" altLang="zh-CN">
              <a:sym typeface="+mn-ea"/>
            </a:endParaRPr>
          </a:p>
          <a:p>
            <a:endParaRPr lang="zh-CN" altLang="en-US"/>
          </a:p>
        </p:txBody>
      </p:sp>
      <p:pic>
        <p:nvPicPr>
          <p:cNvPr id="4" name="图片 3"/>
          <p:cNvPicPr/>
          <p:nvPr/>
        </p:nvPicPr>
        <p:blipFill>
          <a:blip r:embed="rId1"/>
          <a:stretch>
            <a:fillRect/>
          </a:stretch>
        </p:blipFill>
        <p:spPr>
          <a:xfrm>
            <a:off x="1962150" y="1240790"/>
            <a:ext cx="6276975" cy="37122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Analog</a:t>
            </a:r>
            <a:endParaRPr lang="en-US" altLang="zh-CN"/>
          </a:p>
        </p:txBody>
      </p:sp>
      <p:graphicFrame>
        <p:nvGraphicFramePr>
          <p:cNvPr id="5" name="表格 4"/>
          <p:cNvGraphicFramePr/>
          <p:nvPr/>
        </p:nvGraphicFramePr>
        <p:xfrm>
          <a:off x="1259840" y="699770"/>
          <a:ext cx="6398895" cy="1524000"/>
        </p:xfrm>
        <a:graphic>
          <a:graphicData uri="http://schemas.openxmlformats.org/drawingml/2006/table">
            <a:tbl>
              <a:tblPr firstRow="1" bandRow="1">
                <a:tableStyleId>{5C22544A-7EE6-4342-B048-85BDC9FD1C3A}</a:tableStyleId>
              </a:tblPr>
              <a:tblGrid>
                <a:gridCol w="2132965"/>
                <a:gridCol w="2132965"/>
                <a:gridCol w="2132965"/>
              </a:tblGrid>
              <a:tr h="381000">
                <a:tc>
                  <a:txBody>
                    <a:bodyPr/>
                    <a:p>
                      <a:pPr>
                        <a:buNone/>
                      </a:pPr>
                      <a:endParaRPr lang="zh-CN" altLang="en-US" sz="1400"/>
                    </a:p>
                  </a:txBody>
                  <a:tcPr/>
                </a:tc>
                <a:tc>
                  <a:txBody>
                    <a:bodyPr/>
                    <a:p>
                      <a:pPr>
                        <a:buNone/>
                      </a:pPr>
                      <a:r>
                        <a:rPr lang="en-US" altLang="zh-CN" sz="1400"/>
                        <a:t>warehouse </a:t>
                      </a:r>
                      <a:endParaRPr lang="en-US" altLang="zh-CN" sz="1400"/>
                    </a:p>
                  </a:txBody>
                  <a:tcPr/>
                </a:tc>
                <a:tc>
                  <a:txBody>
                    <a:bodyPr/>
                    <a:p>
                      <a:pPr>
                        <a:buNone/>
                      </a:pPr>
                      <a:r>
                        <a:rPr lang="en-US" altLang="zh-CN" sz="1400"/>
                        <a:t>Database</a:t>
                      </a:r>
                      <a:endParaRPr lang="en-US" altLang="zh-CN" sz="1400"/>
                    </a:p>
                  </a:txBody>
                  <a:tcPr/>
                </a:tc>
              </a:tr>
              <a:tr h="381000">
                <a:tc>
                  <a:txBody>
                    <a:bodyPr/>
                    <a:p>
                      <a:pPr>
                        <a:buNone/>
                      </a:pPr>
                      <a:r>
                        <a:rPr lang="en-US" altLang="zh-CN" sz="1400">
                          <a:sym typeface="+mn-ea"/>
                        </a:rPr>
                        <a:t>Physical level</a:t>
                      </a:r>
                      <a:endParaRPr lang="en-US" altLang="zh-CN" sz="1400">
                        <a:sym typeface="+mn-ea"/>
                      </a:endParaRPr>
                    </a:p>
                  </a:txBody>
                  <a:tcPr/>
                </a:tc>
                <a:tc>
                  <a:txBody>
                    <a:bodyPr/>
                    <a:p>
                      <a:pPr>
                        <a:buNone/>
                      </a:pPr>
                      <a:r>
                        <a:rPr lang="en-US" altLang="zh-CN" sz="1400">
                          <a:sym typeface="+mn-ea"/>
                        </a:rPr>
                        <a:t>It's like putting things in boxes and cabinets; the physical layer controls how the cabinet is placed.</a:t>
                      </a:r>
                      <a:endParaRPr lang="en-US" altLang="zh-CN" sz="1400">
                        <a:sym typeface="+mn-ea"/>
                      </a:endParaRPr>
                    </a:p>
                  </a:txBody>
                  <a:tcPr/>
                </a:tc>
                <a:tc>
                  <a:txBody>
                    <a:bodyPr/>
                    <a:p>
                      <a:pPr>
                        <a:buNone/>
                      </a:pPr>
                      <a:r>
                        <a:rPr lang="en-US" altLang="zh-CN" sz="1400">
                          <a:sym typeface="+mn-ea"/>
                        </a:rPr>
                        <a:t>It controls where and how data resides.</a:t>
                      </a:r>
                      <a:endParaRPr lang="en-US" altLang="zh-CN" sz="1400">
                        <a:sym typeface="+mn-ea"/>
                      </a:endParaRPr>
                    </a:p>
                  </a:txBody>
                  <a:tcPr/>
                </a:tc>
              </a:tr>
              <a:tr h="381000">
                <a:tc>
                  <a:txBody>
                    <a:bodyPr/>
                    <a:p>
                      <a:pPr>
                        <a:buNone/>
                      </a:pPr>
                      <a:r>
                        <a:rPr lang="en-US" altLang="zh-CN" sz="1400">
                          <a:sym typeface="+mn-ea"/>
                        </a:rPr>
                        <a:t>Logical Level</a:t>
                      </a:r>
                      <a:endParaRPr lang="en-US" altLang="zh-CN" sz="1400">
                        <a:sym typeface="+mn-ea"/>
                      </a:endParaRPr>
                    </a:p>
                  </a:txBody>
                  <a:tcPr/>
                </a:tc>
                <a:tc>
                  <a:txBody>
                    <a:bodyPr/>
                    <a:p>
                      <a:pPr>
                        <a:buNone/>
                      </a:pPr>
                      <a:r>
                        <a:rPr lang="en-US" altLang="zh-CN" sz="1400"/>
                        <a:t>Defines the structure and relationships of data.</a:t>
                      </a:r>
                      <a:endParaRPr lang="en-US" altLang="zh-CN" sz="1400"/>
                    </a:p>
                  </a:txBody>
                  <a:tcPr/>
                </a:tc>
                <a:tc>
                  <a:txBody>
                    <a:bodyPr/>
                    <a:p>
                      <a:pPr>
                        <a:buNone/>
                      </a:pPr>
                      <a:r>
                        <a:rPr lang="en-US" altLang="zh-CN" sz="1400"/>
                        <a:t>Catalog system that tells you the contents and categories of each box.</a:t>
                      </a:r>
                      <a:endParaRPr lang="en-US" altLang="zh-CN" sz="1400"/>
                    </a:p>
                  </a:txBody>
                  <a:tcPr/>
                </a:tc>
              </a:tr>
              <a:tr h="381000">
                <a:tc>
                  <a:txBody>
                    <a:bodyPr/>
                    <a:p>
                      <a:pPr>
                        <a:buNone/>
                      </a:pPr>
                      <a:r>
                        <a:rPr lang="en-US" altLang="zh-CN" sz="1400">
                          <a:sym typeface="+mn-ea"/>
                        </a:rPr>
                        <a:t>Logical Level</a:t>
                      </a:r>
                      <a:endParaRPr lang="en-US" altLang="zh-CN" sz="1400">
                        <a:sym typeface="+mn-ea"/>
                      </a:endParaRPr>
                    </a:p>
                  </a:txBody>
                  <a:tcPr/>
                </a:tc>
                <a:tc>
                  <a:txBody>
                    <a:bodyPr/>
                    <a:p>
                      <a:pPr>
                        <a:buNone/>
                      </a:pPr>
                      <a:r>
                        <a:rPr lang="en-US" altLang="zh-CN" sz="1400"/>
                        <a:t>The view layer is the data that users see. Users do not need to know how the data is stored or the detailed structure of the data. They only need to see the information they need.</a:t>
                      </a:r>
                      <a:endParaRPr lang="en-US" altLang="zh-CN" sz="1400"/>
                    </a:p>
                  </a:txBody>
                  <a:tcPr/>
                </a:tc>
                <a:tc>
                  <a:txBody>
                    <a:bodyPr/>
                    <a:p>
                      <a:pPr>
                        <a:buNone/>
                      </a:pPr>
                      <a:r>
                        <a:rPr lang="en-US" altLang="zh-CN" sz="1400"/>
                        <a:t>Combinable room and door lock settings.</a:t>
                      </a:r>
                      <a:endParaRPr lang="en-US" altLang="zh-CN" sz="140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OLTP/OLAP</a:t>
            </a:r>
            <a:endParaRPr lang="zh-CN" altLang="en-US"/>
          </a:p>
        </p:txBody>
      </p:sp>
      <p:sp>
        <p:nvSpPr>
          <p:cNvPr id="3" name="内容占位符 2"/>
          <p:cNvSpPr>
            <a:spLocks noGrp="1"/>
          </p:cNvSpPr>
          <p:nvPr>
            <p:ph idx="1"/>
          </p:nvPr>
        </p:nvSpPr>
        <p:spPr/>
        <p:txBody>
          <a:bodyPr/>
          <a:p>
            <a:r>
              <a:rPr lang="en-US" altLang="zh-CN"/>
              <a:t>OLTP (Online Transaction Processing): Handles daily business operations.</a:t>
            </a:r>
            <a:endParaRPr lang="en-US" altLang="zh-CN"/>
          </a:p>
          <a:p>
            <a:r>
              <a:rPr lang="en-US" altLang="zh-CN"/>
              <a:t>OLAP (Online Analytical Processing): Analyzes and summarizes data to identify patterns and trends.</a:t>
            </a:r>
            <a:endParaRPr lang="en-US" altLang="zh-CN"/>
          </a:p>
          <a:p>
            <a:r>
              <a:rPr lang="en-US" altLang="zh-CN"/>
              <a:t>Analogy:</a:t>
            </a:r>
            <a:endParaRPr lang="en-US" altLang="zh-CN"/>
          </a:p>
          <a:p>
            <a:pPr lvl="1"/>
            <a:r>
              <a:rPr lang="en-US" altLang="zh-CN"/>
              <a:t>The CPU (Central Processing Unit) is like an all-around "transaction processor," adept at handling a wide variety of small tasks at high speed.</a:t>
            </a:r>
            <a:endParaRPr lang="en-US" altLang="zh-CN"/>
          </a:p>
          <a:p>
            <a:pPr lvl="1"/>
            <a:r>
              <a:rPr lang="en-US" altLang="zh-CN"/>
              <a:t>The GPU (Graphics Processing Unit) is like a professional "data analyst," skilled at handling high-volume, repetitive tasks, particularly graphics and data analysis.</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DDL/DML/SQL</a:t>
            </a:r>
            <a:endParaRPr lang="en-US" altLang="zh-CN"/>
          </a:p>
        </p:txBody>
      </p:sp>
      <p:sp>
        <p:nvSpPr>
          <p:cNvPr id="3" name="内容占位符 2"/>
          <p:cNvSpPr>
            <a:spLocks noGrp="1"/>
          </p:cNvSpPr>
          <p:nvPr>
            <p:ph idx="1"/>
          </p:nvPr>
        </p:nvSpPr>
        <p:spPr/>
        <p:txBody>
          <a:bodyPr/>
          <a:p>
            <a:r>
              <a:rPr lang="en-US" altLang="zh-CN"/>
              <a:t>SQL (Structured Query Language) is a language used to "chat" with a database. Just like chatting with a friend, you use SQL to tell the database what you want to do, such as store data, retrieve data, or modify data.</a:t>
            </a:r>
            <a:endParaRPr lang="en-US" altLang="zh-CN"/>
          </a:p>
          <a:p>
            <a:r>
              <a:rPr lang="en-US" altLang="zh-CN"/>
              <a:t>DDL (Data Definition Language) is a part of SQL specifically used to define and modify database structures. Just like when you build a house, DDL is the tool used to design and modify the blueprints.</a:t>
            </a:r>
            <a:endParaRPr lang="en-US" altLang="zh-CN"/>
          </a:p>
          <a:p>
            <a:pPr lvl="1"/>
            <a:r>
              <a:rPr lang="en-US" altLang="zh-CN"/>
              <a:t>Specific examples:</a:t>
            </a:r>
            <a:endParaRPr lang="en-US" altLang="zh-CN"/>
          </a:p>
          <a:p>
            <a:pPr marL="493395" lvl="2" indent="0">
              <a:buNone/>
            </a:pPr>
            <a:r>
              <a:rPr lang="en-US" altLang="zh-CN"/>
              <a:t>Create a table: CREATE TABLE table_name (field1 type, field2 type);</a:t>
            </a:r>
            <a:endParaRPr lang="en-US" altLang="zh-CN"/>
          </a:p>
          <a:p>
            <a:pPr marL="493395" lvl="2" indent="0">
              <a:buNone/>
            </a:pPr>
            <a:r>
              <a:rPr lang="en-US" altLang="zh-CN"/>
              <a:t>Modify a table: ALTER TABLE table_name ADD COLUMN new_column type;</a:t>
            </a:r>
            <a:endParaRPr lang="en-US" altLang="zh-CN"/>
          </a:p>
          <a:p>
            <a:pPr marL="493395" lvl="2" indent="0">
              <a:buNone/>
            </a:pPr>
            <a:r>
              <a:rPr lang="en-US" altLang="zh-CN"/>
              <a:t>Drop a table: DROP TABLE table_name;</a:t>
            </a:r>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DDL/DML/SQL</a:t>
            </a:r>
            <a:endParaRPr lang="zh-CN" altLang="en-US"/>
          </a:p>
        </p:txBody>
      </p:sp>
      <p:sp>
        <p:nvSpPr>
          <p:cNvPr id="3" name="内容占位符 2"/>
          <p:cNvSpPr>
            <a:spLocks noGrp="1"/>
          </p:cNvSpPr>
          <p:nvPr>
            <p:ph idx="1"/>
          </p:nvPr>
        </p:nvSpPr>
        <p:spPr/>
        <p:txBody>
          <a:bodyPr/>
          <a:p>
            <a:r>
              <a:rPr lang="en-US" altLang="zh-CN"/>
              <a:t>DML (Data Manipulation Language)</a:t>
            </a:r>
            <a:endParaRPr lang="en-US" altLang="zh-CN"/>
          </a:p>
          <a:p>
            <a:pPr lvl="1"/>
            <a:r>
              <a:rPr lang="en-US" altLang="zh-CN"/>
              <a:t>DML is part of SQL and is specifically used for data manipulation, such as inserting, querying, updating, and deleting. Just like moving or arranging things around a room, DML is a tool for manipulating data.</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*More about SQL</a:t>
            </a:r>
            <a:endParaRPr lang="en-US" altLang="zh-CN"/>
          </a:p>
        </p:txBody>
      </p:sp>
      <p:sp>
        <p:nvSpPr>
          <p:cNvPr id="3" name="内容占位符 2"/>
          <p:cNvSpPr>
            <a:spLocks noGrp="1"/>
          </p:cNvSpPr>
          <p:nvPr>
            <p:ph idx="1"/>
          </p:nvPr>
        </p:nvSpPr>
        <p:spPr/>
        <p:txBody>
          <a:bodyPr/>
          <a:p>
            <a:r>
              <a:rPr lang="en-US" altLang="zh-CN"/>
              <a:t>a DSL</a:t>
            </a:r>
            <a:endParaRPr lang="en-US" altLang="zh-CN"/>
          </a:p>
          <a:p>
            <a:r>
              <a:rPr lang="en-US" altLang="zh-CN"/>
              <a:t>Declaration-based language: </a:t>
            </a:r>
            <a:r>
              <a:rPr lang="en-US" altLang="zh-CN">
                <a:hlinkClick r:id="rId1" action="ppaction://hlinkfile"/>
              </a:rPr>
              <a:t>4th generation language</a:t>
            </a:r>
            <a:endParaRPr lang="en-US" altLang="zh-CN"/>
          </a:p>
          <a:p>
            <a:r>
              <a:rPr lang="en-US" altLang="zh-CN"/>
              <a:t>Further reading: NoSQL-&gt;NewSQL</a:t>
            </a:r>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E-R and </a:t>
            </a:r>
            <a:r>
              <a:rPr lang="en-US" altLang="zh-CN">
                <a:sym typeface="+mn-ea"/>
              </a:rPr>
              <a:t>Relational</a:t>
            </a:r>
            <a:endParaRPr lang="en-US" altLang="zh-CN">
              <a:sym typeface="+mn-ea"/>
            </a:endParaRPr>
          </a:p>
        </p:txBody>
      </p:sp>
      <p:sp>
        <p:nvSpPr>
          <p:cNvPr id="3" name="内容占位符 2"/>
          <p:cNvSpPr>
            <a:spLocks noGrp="1"/>
          </p:cNvSpPr>
          <p:nvPr>
            <p:ph idx="1"/>
          </p:nvPr>
        </p:nvSpPr>
        <p:spPr/>
        <p:txBody>
          <a:bodyPr/>
          <a:p>
            <a:r>
              <a:rPr lang="en-US" altLang="zh-CN"/>
              <a:t>The E-R model is a graphical tool used to design and describe relationships between data. It helps us understand the structure of data and the connections between them.</a:t>
            </a:r>
            <a:endParaRPr lang="en-US" altLang="zh-CN"/>
          </a:p>
          <a:p>
            <a:pPr lvl="1"/>
            <a:r>
              <a:rPr lang="en-US" altLang="zh-CN"/>
              <a:t>Its elements include entities, attributes, and relationships.</a:t>
            </a:r>
            <a:endParaRPr lang="en-US" altLang="zh-CN"/>
          </a:p>
          <a:p>
            <a:r>
              <a:rPr lang="en-US" altLang="zh-CN"/>
              <a:t>The relational model is a model used to store and manage data in a tabular format.</a:t>
            </a:r>
            <a:endParaRPr lang="en-US" altLang="zh-CN"/>
          </a:p>
          <a:p>
            <a:pPr lvl="1"/>
            <a:r>
              <a:rPr lang="en-US" altLang="zh-CN"/>
              <a:t>Its elements include tables, fields, and foreign keys.</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Mapping from E-R to </a:t>
            </a:r>
            <a:r>
              <a:rPr lang="en-US" altLang="zh-CN"/>
              <a:t>Relational</a:t>
            </a:r>
            <a:endParaRPr lang="en-US" altLang="zh-CN"/>
          </a:p>
        </p:txBody>
      </p:sp>
      <p:sp>
        <p:nvSpPr>
          <p:cNvPr id="3" name="内容占位符 2"/>
          <p:cNvSpPr>
            <a:spLocks noGrp="1"/>
          </p:cNvSpPr>
          <p:nvPr>
            <p:ph idx="1"/>
          </p:nvPr>
        </p:nvSpPr>
        <p:spPr/>
        <p:txBody>
          <a:bodyPr/>
          <a:p>
            <a:pPr lvl="0"/>
            <a:r>
              <a:rPr lang="en-US" altLang="zh-CN"/>
              <a:t>The mapping from the E-R model to the relational model isn't unique.</a:t>
            </a:r>
            <a:endParaRPr lang="en-US" altLang="zh-CN"/>
          </a:p>
          <a:p>
            <a:pPr lvl="1"/>
            <a:r>
              <a:rPr lang="en-US" altLang="zh-CN"/>
              <a:t>Different levels of normalization (such as 1NF, 2NF, and 3NF) result in different table structure designs.</a:t>
            </a:r>
            <a:endParaRPr lang="en-US" altLang="zh-CN"/>
          </a:p>
          <a:p>
            <a:pPr lvl="0"/>
            <a:endParaRPr lang="en-US" altLang="zh-CN"/>
          </a:p>
          <a:p>
            <a:pPr lvl="0"/>
            <a:r>
              <a:rPr lang="en-US" altLang="zh-CN"/>
              <a:t>Reflection: Does the E-R model necessarily map to the relational model?</a:t>
            </a:r>
            <a:endParaRPr lang="en-US" altLang="zh-CN"/>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TABLE_ENDDRAG_ORIGIN_RECT" val="516*119"/>
  <p:tag name="TABLE_ENDDRAG_RECT" val="372*123*516*119"/>
</p:tagLst>
</file>

<file path=ppt/tags/tag10.xml><?xml version="1.0" encoding="utf-8"?>
<p:tagLst xmlns:p="http://schemas.openxmlformats.org/presentationml/2006/main">
  <p:tag name="commondata" val="eyJoZGlkIjoiNTdiYTc4YjQwNjJlY2Q3MjUyYzQxMGNmZGE3NjA0ZDIifQ=="/>
  <p:tag name="resource_record_key" val="{&quot;29&quot;:[50000031],&quot;71&quot;:[76235680053]}"/>
</p:tagLst>
</file>

<file path=ppt/theme/theme1.xml><?xml version="1.0" encoding="utf-8"?>
<a:theme xmlns:a="http://schemas.openxmlformats.org/drawingml/2006/main" name="23_ClassicWhit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23_ClassicWhite">
      <a:majorFont>
        <a:latin typeface="Helvetica"/>
        <a:ea typeface="Helvetica"/>
        <a:cs typeface="Helvetica"/>
      </a:majorFont>
      <a:minorFont>
        <a:latin typeface="Helvetica"/>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spDef>
    <a:ln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lassicWhite">
  <a:themeElements>
    <a:clrScheme name="">
      <a:dk1>
        <a:srgbClr val="000000"/>
      </a:dk1>
      <a:lt1>
        <a:srgbClr val="FFFFFF"/>
      </a:lt1>
      <a:dk2>
        <a:srgbClr val="11155C"/>
      </a:dk2>
      <a:lt2>
        <a:srgbClr val="FAFBFF"/>
      </a:lt2>
      <a:accent1>
        <a:srgbClr val="4C55FF"/>
      </a:accent1>
      <a:accent2>
        <a:srgbClr val="EB5EB0"/>
      </a:accent2>
      <a:accent3>
        <a:srgbClr val="498CF8"/>
      </a:accent3>
      <a:accent4>
        <a:srgbClr val="CA5CE5"/>
      </a:accent4>
      <a:accent5>
        <a:srgbClr val="38AEDD"/>
      </a:accent5>
      <a:accent6>
        <a:srgbClr val="9451F3"/>
      </a:accent6>
      <a:hlink>
        <a:srgbClr val="0563C1"/>
      </a:hlink>
      <a:folHlink>
        <a:srgbClr val="954D72"/>
      </a:folHlink>
    </a:clrScheme>
    <a:fontScheme name="23_ClassicWhite">
      <a:majorFont>
        <a:latin typeface="Helvetica"/>
        <a:ea typeface="Helvetica"/>
        <a:cs typeface="Helvetica"/>
      </a:majorFont>
      <a:minorFont>
        <a:latin typeface="Helvetica"/>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spDef>
    <a:ln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5250</Words>
  <Application>WPS 演示</Application>
  <PresentationFormat>On-screen Show (16:9)</PresentationFormat>
  <Paragraphs>246</Paragraphs>
  <Slides>18</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18</vt:i4>
      </vt:variant>
    </vt:vector>
  </HeadingPairs>
  <TitlesOfParts>
    <vt:vector size="30" baseType="lpstr">
      <vt:lpstr>Arial</vt:lpstr>
      <vt:lpstr>宋体</vt:lpstr>
      <vt:lpstr>Wingdings</vt:lpstr>
      <vt:lpstr>Canela Text Regular</vt:lpstr>
      <vt:lpstr>Segoe Print</vt:lpstr>
      <vt:lpstr>Helvetica</vt:lpstr>
      <vt:lpstr>Graphik</vt:lpstr>
      <vt:lpstr>Helvetica Neue</vt:lpstr>
      <vt:lpstr>微软雅黑</vt:lpstr>
      <vt:lpstr>Arial Unicode MS</vt:lpstr>
      <vt:lpstr>23_ClassicWhite</vt:lpstr>
      <vt:lpstr>1_ClassicWhite</vt:lpstr>
      <vt:lpstr>DTS207TC Database Development and Design</vt:lpstr>
      <vt:lpstr>Learning Outcomes</vt:lpstr>
      <vt:lpstr>More content beyond...</vt:lpstr>
      <vt:lpstr>Textbook</vt:lpstr>
      <vt:lpstr>*Comparison of AI-related Disciplines</vt:lpstr>
      <vt:lpstr>Computer Science</vt:lpstr>
      <vt:lpstr>System Software</vt:lpstr>
      <vt:lpstr>OS:Conceptualize Hardware</vt:lpstr>
      <vt:lpstr>Database:Conceptualize Bits</vt:lpstr>
      <vt:lpstr>Survey: How much do you still remember?</vt:lpstr>
      <vt:lpstr>DBMS</vt:lpstr>
      <vt:lpstr>Analog</vt:lpstr>
      <vt:lpstr>OLTP/OLAP</vt:lpstr>
      <vt:lpstr>DDL/DML/SQL</vt:lpstr>
      <vt:lpstr>DDL/DML/SQL</vt:lpstr>
      <vt:lpstr>*More about SQL</vt:lpstr>
      <vt:lpstr>E-R and Relational</vt:lpstr>
      <vt:lpstr>Mapping from E-R to Relational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DTS205TC High Performance Computing</dc:title>
  <dc:creator>andyz</dc:creator>
  <cp:lastModifiedBy>ZD</cp:lastModifiedBy>
  <cp:revision>2809</cp:revision>
  <dcterms:created xsi:type="dcterms:W3CDTF">2023-04-15T13:38:00Z</dcterms:created>
  <dcterms:modified xsi:type="dcterms:W3CDTF">2025-12-19T13:25:03Z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EF96B8321D9B4CA4B8BE51958283AFA9_13</vt:lpwstr>
  </property>
  <property fmtid="{D5CDD505-2E9C-101B-9397-08002B2CF9AE}" pid="3" name="KSOProductBuildVer">
    <vt:lpwstr>2052-12.1.0.24034</vt:lpwstr>
  </property>
</Properties>
</file>