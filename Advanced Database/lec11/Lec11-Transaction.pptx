
<file path=[Content_Types].xml><?xml version="1.0" encoding="utf-8"?>
<Types xmlns="http://schemas.openxmlformats.org/package/2006/content-types">
  <Default Extension="png" ContentType="image/png"/>
  <Default Extension="emf" ContentType="image/x-emf"/>
  <Default Extension="jpeg" ContentType="image/jpeg"/>
  <Default Extension="JPG" ContentType="image/.jp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media/image3.webp" ContentType="image/webp"/>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erverZoom="100000" strictFirstAndLastChars="0">
  <p:sldMasterIdLst>
    <p:sldMasterId id="2147483648" r:id="rId1"/>
  </p:sldMasterIdLst>
  <p:notesMasterIdLst>
    <p:notesMasterId r:id="rId4"/>
  </p:notesMasterIdLst>
  <p:sldIdLst>
    <p:sldId id="256" r:id="rId3"/>
    <p:sldId id="1466" r:id="rId5"/>
    <p:sldId id="1427" r:id="rId6"/>
    <p:sldId id="1504" r:id="rId7"/>
    <p:sldId id="1505" r:id="rId8"/>
    <p:sldId id="1506" r:id="rId9"/>
    <p:sldId id="1467" r:id="rId10"/>
    <p:sldId id="1468" r:id="rId11"/>
    <p:sldId id="1469" r:id="rId12"/>
    <p:sldId id="1470" r:id="rId13"/>
    <p:sldId id="1471" r:id="rId14"/>
    <p:sldId id="1507" r:id="rId15"/>
    <p:sldId id="1517" r:id="rId16"/>
    <p:sldId id="1518" r:id="rId17"/>
    <p:sldId id="1472" r:id="rId18"/>
    <p:sldId id="1511" r:id="rId19"/>
    <p:sldId id="1510" r:id="rId20"/>
    <p:sldId id="1512" r:id="rId21"/>
    <p:sldId id="1474" r:id="rId22"/>
    <p:sldId id="1475" r:id="rId23"/>
    <p:sldId id="1519" r:id="rId24"/>
    <p:sldId id="1476" r:id="rId25"/>
    <p:sldId id="1477" r:id="rId26"/>
    <p:sldId id="1478" r:id="rId27"/>
    <p:sldId id="1479" r:id="rId28"/>
    <p:sldId id="1480" r:id="rId29"/>
    <p:sldId id="1481" r:id="rId30"/>
    <p:sldId id="1482" r:id="rId31"/>
    <p:sldId id="1483" r:id="rId32"/>
    <p:sldId id="1484" r:id="rId33"/>
    <p:sldId id="1485" r:id="rId34"/>
    <p:sldId id="1489" r:id="rId35"/>
    <p:sldId id="1490" r:id="rId36"/>
    <p:sldId id="1492" r:id="rId37"/>
    <p:sldId id="1493" r:id="rId38"/>
    <p:sldId id="1494" r:id="rId39"/>
    <p:sldId id="1495" r:id="rId40"/>
    <p:sldId id="1496" r:id="rId41"/>
    <p:sldId id="1497" r:id="rId42"/>
    <p:sldId id="1514" r:id="rId43"/>
    <p:sldId id="1515" r:id="rId44"/>
    <p:sldId id="1516" r:id="rId45"/>
    <p:sldId id="1498" r:id="rId46"/>
    <p:sldId id="1499" r:id="rId47"/>
    <p:sldId id="1500" r:id="rId48"/>
    <p:sldId id="1513" r:id="rId49"/>
    <p:sldId id="1501" r:id="rId50"/>
    <p:sldId id="1502" r:id="rId51"/>
    <p:sldId id="1503" r:id="rId52"/>
    <p:sldId id="1381" r:id="rId53"/>
  </p:sldIdLst>
  <p:sldSz cx="9144000" cy="5143500" type="screen16x9"/>
  <p:notesSz cx="6858000" cy="9144000"/>
  <p:custDataLst>
    <p:tags r:id="rId58"/>
  </p:custDataLst>
  <p:defaultTextStyle>
    <a:defPPr>
      <a:defRPr lang="en-US"/>
    </a:defPPr>
    <a:lvl1pPr algn="l" defTabSz="1087755" rtl="0" eaLnBrk="0" fontAlgn="base" hangingPunct="0">
      <a:spcBef>
        <a:spcPct val="0"/>
      </a:spcBef>
      <a:spcAft>
        <a:spcPct val="0"/>
      </a:spcAft>
      <a:defRPr sz="1100" kern="1200">
        <a:solidFill>
          <a:srgbClr val="000000"/>
        </a:solidFill>
        <a:latin typeface="Canela Text Regular" charset="0"/>
        <a:ea typeface="Canela Text Regular" charset="0"/>
        <a:cs typeface="Canela Text Regular" charset="0"/>
        <a:sym typeface="Canela Text Regular" charset="0"/>
      </a:defRPr>
    </a:lvl1pPr>
    <a:lvl2pPr marL="285750" indent="171450" algn="l" defTabSz="1087755" rtl="0" eaLnBrk="0" fontAlgn="base" hangingPunct="0">
      <a:spcBef>
        <a:spcPct val="0"/>
      </a:spcBef>
      <a:spcAft>
        <a:spcPct val="0"/>
      </a:spcAft>
      <a:defRPr sz="1100" kern="1200">
        <a:solidFill>
          <a:srgbClr val="000000"/>
        </a:solidFill>
        <a:latin typeface="Canela Text Regular" charset="0"/>
        <a:ea typeface="Canela Text Regular" charset="0"/>
        <a:cs typeface="Canela Text Regular" charset="0"/>
        <a:sym typeface="Canela Text Regular" charset="0"/>
      </a:defRPr>
    </a:lvl2pPr>
    <a:lvl3pPr marL="573405" indent="341630" algn="l" defTabSz="1087755" rtl="0" eaLnBrk="0" fontAlgn="base" hangingPunct="0">
      <a:spcBef>
        <a:spcPct val="0"/>
      </a:spcBef>
      <a:spcAft>
        <a:spcPct val="0"/>
      </a:spcAft>
      <a:defRPr sz="1100" kern="1200">
        <a:solidFill>
          <a:srgbClr val="000000"/>
        </a:solidFill>
        <a:latin typeface="Canela Text Regular" charset="0"/>
        <a:ea typeface="Canela Text Regular" charset="0"/>
        <a:cs typeface="Canela Text Regular" charset="0"/>
        <a:sym typeface="Canela Text Regular" charset="0"/>
      </a:defRPr>
    </a:lvl3pPr>
    <a:lvl4pPr marL="860425" indent="511175" algn="l" defTabSz="1087755" rtl="0" eaLnBrk="0" fontAlgn="base" hangingPunct="0">
      <a:spcBef>
        <a:spcPct val="0"/>
      </a:spcBef>
      <a:spcAft>
        <a:spcPct val="0"/>
      </a:spcAft>
      <a:defRPr sz="1100" kern="1200">
        <a:solidFill>
          <a:srgbClr val="000000"/>
        </a:solidFill>
        <a:latin typeface="Canela Text Regular" charset="0"/>
        <a:ea typeface="Canela Text Regular" charset="0"/>
        <a:cs typeface="Canela Text Regular" charset="0"/>
        <a:sym typeface="Canela Text Regular" charset="0"/>
      </a:defRPr>
    </a:lvl4pPr>
    <a:lvl5pPr marL="1148080" indent="681355" algn="l" defTabSz="1087755" rtl="0" eaLnBrk="0" fontAlgn="base" hangingPunct="0">
      <a:spcBef>
        <a:spcPct val="0"/>
      </a:spcBef>
      <a:spcAft>
        <a:spcPct val="0"/>
      </a:spcAft>
      <a:defRPr sz="1100" kern="1200">
        <a:solidFill>
          <a:srgbClr val="000000"/>
        </a:solidFill>
        <a:latin typeface="Canela Text Regular" charset="0"/>
        <a:ea typeface="Canela Text Regular" charset="0"/>
        <a:cs typeface="Canela Text Regular" charset="0"/>
        <a:sym typeface="Canela Text Regular" charset="0"/>
      </a:defRPr>
    </a:lvl5pPr>
    <a:lvl6pPr marL="2286000" algn="l" defTabSz="914400" rtl="0" eaLnBrk="1" latinLnBrk="0" hangingPunct="1">
      <a:defRPr sz="1100" kern="1200">
        <a:solidFill>
          <a:srgbClr val="000000"/>
        </a:solidFill>
        <a:latin typeface="Canela Text Regular" charset="0"/>
        <a:ea typeface="Canela Text Regular" charset="0"/>
        <a:cs typeface="Canela Text Regular" charset="0"/>
        <a:sym typeface="Canela Text Regular" charset="0"/>
      </a:defRPr>
    </a:lvl6pPr>
    <a:lvl7pPr marL="2743200" algn="l" defTabSz="914400" rtl="0" eaLnBrk="1" latinLnBrk="0" hangingPunct="1">
      <a:defRPr sz="1100" kern="1200">
        <a:solidFill>
          <a:srgbClr val="000000"/>
        </a:solidFill>
        <a:latin typeface="Canela Text Regular" charset="0"/>
        <a:ea typeface="Canela Text Regular" charset="0"/>
        <a:cs typeface="Canela Text Regular" charset="0"/>
        <a:sym typeface="Canela Text Regular" charset="0"/>
      </a:defRPr>
    </a:lvl7pPr>
    <a:lvl8pPr marL="3200400" algn="l" defTabSz="914400" rtl="0" eaLnBrk="1" latinLnBrk="0" hangingPunct="1">
      <a:defRPr sz="1100" kern="1200">
        <a:solidFill>
          <a:srgbClr val="000000"/>
        </a:solidFill>
        <a:latin typeface="Canela Text Regular" charset="0"/>
        <a:ea typeface="Canela Text Regular" charset="0"/>
        <a:cs typeface="Canela Text Regular" charset="0"/>
        <a:sym typeface="Canela Text Regular" charset="0"/>
      </a:defRPr>
    </a:lvl8pPr>
    <a:lvl9pPr marL="3657600" algn="l" defTabSz="914400" rtl="0" eaLnBrk="1" latinLnBrk="0" hangingPunct="1">
      <a:defRPr sz="1100" kern="1200">
        <a:solidFill>
          <a:srgbClr val="000000"/>
        </a:solidFill>
        <a:latin typeface="Canela Text Regular" charset="0"/>
        <a:ea typeface="Canela Text Regular" charset="0"/>
        <a:cs typeface="Canela Text Regular" charset="0"/>
        <a:sym typeface="Canela Text Regular" charset="0"/>
      </a:defRPr>
    </a:lvl9pPr>
  </p:defaultTextStyle>
  <p:extLst>
    <p:ext uri="{521415D9-36F7-43E2-AB2F-B90AF26B5E84}">
      <p14:sectionLst xmlns:p14="http://schemas.microsoft.com/office/powerpoint/2010/main">
        <p14:section name="默认节" id="{15e45cb9-6d87-43f5-8698-06222e2daa04}">
          <p14:sldIdLst>
            <p14:sldId id="256"/>
            <p14:sldId id="1466"/>
          </p14:sldIdLst>
        </p14:section>
        <p14:section name="Review of OS" id="{7ff4940d-3fa0-4bce-9855-ae5bc999b76a}">
          <p14:sldIdLst>
            <p14:sldId id="1427"/>
            <p14:sldId id="1504"/>
            <p14:sldId id="1505"/>
            <p14:sldId id="1506"/>
          </p14:sldIdLst>
        </p14:section>
        <p14:section name="Transaction" id="{1efbc91b-2c8f-4260-b3a6-266d198767bf}">
          <p14:sldIdLst>
            <p14:sldId id="1467"/>
            <p14:sldId id="1468"/>
            <p14:sldId id="1469"/>
            <p14:sldId id="1470"/>
            <p14:sldId id="1471"/>
            <p14:sldId id="1507"/>
            <p14:sldId id="1517"/>
            <p14:sldId id="1518"/>
            <p14:sldId id="1472"/>
            <p14:sldId id="1511"/>
            <p14:sldId id="1510"/>
            <p14:sldId id="1512"/>
          </p14:sldIdLst>
        </p14:section>
        <p14:section name="Scheduling" id="{ef685e92-4033-409e-9e85-82502445f2fb}">
          <p14:sldIdLst>
            <p14:sldId id="1474"/>
            <p14:sldId id="1475"/>
            <p14:sldId id="1519"/>
            <p14:sldId id="1476"/>
            <p14:sldId id="1477"/>
            <p14:sldId id="1478"/>
            <p14:sldId id="1479"/>
            <p14:sldId id="1480"/>
            <p14:sldId id="1481"/>
            <p14:sldId id="1482"/>
            <p14:sldId id="1483"/>
            <p14:sldId id="1484"/>
            <p14:sldId id="1485"/>
          </p14:sldIdLst>
        </p14:section>
        <p14:section name="Test for Serializablility" id="{0585296c-fc7c-4a01-842a-e6923ec21b73}">
          <p14:sldIdLst>
            <p14:sldId id="1489"/>
            <p14:sldId id="1490"/>
          </p14:sldIdLst>
        </p14:section>
        <p14:section name="Recoverable" id="{6a1a10cc-1d9b-46af-bc2c-007a47ce5748}">
          <p14:sldIdLst>
            <p14:sldId id="1492"/>
            <p14:sldId id="1493"/>
            <p14:sldId id="1494"/>
            <p14:sldId id="1495"/>
            <p14:sldId id="1496"/>
            <p14:sldId id="1497"/>
            <p14:sldId id="1514"/>
            <p14:sldId id="1515"/>
            <p14:sldId id="1516"/>
          </p14:sldIdLst>
        </p14:section>
        <p14:section name="consistency" id="{f4c51272-3c5d-496f-a05f-db54adaeb758}">
          <p14:sldIdLst>
            <p14:sldId id="1498"/>
            <p14:sldId id="1499"/>
            <p14:sldId id="1500"/>
            <p14:sldId id="1513"/>
          </p14:sldIdLst>
        </p14:section>
        <p14:section name="SQL" id="{fc4ac804-7348-4f40-bc72-4ff51a8a00cd}">
          <p14:sldIdLst>
            <p14:sldId id="1501"/>
            <p14:sldId id="1502"/>
            <p14:sldId id="1503"/>
            <p14:sldId id="1381"/>
          </p14:sldIdLst>
        </p14:section>
      </p14:sectionLst>
    </p:ext>
    <p:ext uri="{EFAFB233-063F-42B5-8137-9DF3F51BA10A}">
      <p15:sldGuideLst xmlns:p15="http://schemas.microsoft.com/office/powerpoint/2012/main">
        <p15:guide id="1" orient="horz" pos="1604" userDrawn="1">
          <p15:clr>
            <a:srgbClr val="A4A3A4"/>
          </p15:clr>
        </p15:guide>
        <p15:guide id="2" pos="2833"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2" name="作者" initials="A" lastIdx="0" clrIdx="1"/>
</p:cmAuthorLst>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0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1B562E47-7132-4947-93CE-E052BFAF93A8}" styleName="表样式 1 12">
    <a:wholeTbl>
      <a:tcTxStyle>
        <a:fontRef idx="none">
          <a:srgbClr val="000000"/>
        </a:fontRef>
      </a:tcTxStyle>
      <a:tcStyle>
        <a:tcBdr>
          <a:left>
            <a:ln>
              <a:noFill/>
            </a:ln>
          </a:left>
          <a:right>
            <a:ln>
              <a:noFill/>
            </a:ln>
          </a:right>
          <a:top>
            <a:ln w="9525" cmpd="sng">
              <a:solidFill>
                <a:schemeClr val="accent1"/>
              </a:solidFill>
              <a:prstDash val="solid"/>
            </a:ln>
          </a:top>
          <a:bottom>
            <a:ln w="9525" cmpd="sng">
              <a:solidFill>
                <a:schemeClr val="accent1"/>
              </a:solidFill>
              <a:prstDash val="solid"/>
            </a:ln>
          </a:bottom>
          <a:insideH>
            <a:ln w="9525" cmpd="sng">
              <a:solidFill>
                <a:schemeClr val="accent1">
                  <a:lumMod val="40000"/>
                  <a:lumOff val="60000"/>
                </a:schemeClr>
              </a:solidFill>
              <a:prstDash val="solid"/>
            </a:ln>
          </a:insideH>
          <a:insideV>
            <a:ln>
              <a:noFill/>
            </a:ln>
          </a:insideV>
        </a:tcBdr>
        <a:fill>
          <a:solidFill>
            <a:srgbClr val="FFFFFF"/>
          </a:solidFill>
        </a:fill>
      </a:tcStyle>
    </a:wholeTbl>
    <a:band2H>
      <a:tcStyle>
        <a:tcBdr/>
        <a:fill>
          <a:solidFill>
            <a:schemeClr val="accent1">
              <a:lumMod val="10000"/>
              <a:lumOff val="90000"/>
            </a:schemeClr>
          </a:solidFill>
        </a:fill>
      </a:tcStyle>
    </a:band2H>
    <a:band1V>
      <a:tcStyle>
        <a:tcBdr>
          <a:left>
            <a:ln>
              <a:noFill/>
            </a:ln>
          </a:left>
          <a:right>
            <a:ln>
              <a:noFill/>
            </a:ln>
          </a:right>
          <a:top>
            <a:ln w="9525" cmpd="sng">
              <a:solidFill>
                <a:schemeClr val="accent1"/>
              </a:solidFill>
              <a:prstDash val="solid"/>
            </a:ln>
          </a:top>
          <a:bottom>
            <a:ln w="9525" cmpd="sng">
              <a:solidFill>
                <a:schemeClr val="accent1"/>
              </a:solidFill>
              <a:prstDash val="solid"/>
            </a:ln>
          </a:bottom>
          <a:insideH>
            <a:ln w="9525" cmpd="sng">
              <a:solidFill>
                <a:schemeClr val="accent1">
                  <a:lumMod val="40000"/>
                  <a:lumOff val="60000"/>
                </a:schemeClr>
              </a:solidFill>
              <a:prstDash val="solid"/>
            </a:ln>
          </a:insideH>
          <a:insideV>
            <a:ln>
              <a:noFill/>
            </a:ln>
          </a:insideV>
        </a:tcBdr>
        <a:fill>
          <a:solidFill>
            <a:schemeClr val="accent1">
              <a:lumMod val="10000"/>
              <a:lumOff val="90000"/>
            </a:schemeClr>
          </a:solidFill>
        </a:fill>
      </a:tcStyle>
    </a:band1V>
    <a:lastCol>
      <a:tcTxStyle b="on">
        <a:fontRef idx="none">
          <a:srgbClr val="08090C"/>
        </a:fontRef>
      </a:tcTxStyle>
      <a:tcStyle>
        <a:tcBdr>
          <a:left>
            <a:ln>
              <a:noFill/>
            </a:ln>
          </a:left>
          <a:right>
            <a:ln>
              <a:noFill/>
            </a:ln>
          </a:right>
          <a:top>
            <a:ln w="9525" cmpd="sng">
              <a:solidFill>
                <a:schemeClr val="accent1"/>
              </a:solidFill>
              <a:prstDash val="solid"/>
            </a:ln>
          </a:top>
          <a:bottom>
            <a:ln w="9525" cmpd="sng">
              <a:solidFill>
                <a:schemeClr val="accent1"/>
              </a:solidFill>
              <a:prstDash val="solid"/>
            </a:ln>
          </a:bottom>
          <a:insideH>
            <a:ln w="9525" cmpd="sng">
              <a:solidFill>
                <a:schemeClr val="accent1">
                  <a:lumMod val="40000"/>
                  <a:lumOff val="60000"/>
                </a:schemeClr>
              </a:solidFill>
              <a:prstDash val="solid"/>
            </a:ln>
          </a:insideH>
          <a:insideV>
            <a:ln>
              <a:noFill/>
            </a:ln>
          </a:insideV>
        </a:tcBdr>
        <a:fill>
          <a:solidFill>
            <a:schemeClr val="accent1">
              <a:lumMod val="20000"/>
              <a:lumOff val="80000"/>
            </a:schemeClr>
          </a:solidFill>
        </a:fill>
      </a:tcStyle>
    </a:lastCol>
    <a:firstCol>
      <a:tcTxStyle b="on">
        <a:fontRef idx="none">
          <a:srgbClr val="08090C"/>
        </a:fontRef>
      </a:tcTxStyle>
      <a:tcStyle>
        <a:tcBdr>
          <a:left>
            <a:ln>
              <a:noFill/>
            </a:ln>
          </a:left>
          <a:right>
            <a:ln>
              <a:noFill/>
            </a:ln>
          </a:right>
          <a:top>
            <a:ln w="9525" cmpd="sng">
              <a:solidFill>
                <a:schemeClr val="accent1"/>
              </a:solidFill>
              <a:prstDash val="solid"/>
            </a:ln>
          </a:top>
          <a:bottom>
            <a:ln w="9525" cmpd="sng">
              <a:solidFill>
                <a:schemeClr val="accent1"/>
              </a:solidFill>
              <a:prstDash val="solid"/>
            </a:ln>
          </a:bottom>
          <a:insideH>
            <a:ln w="9525" cmpd="sng">
              <a:solidFill>
                <a:schemeClr val="accent1">
                  <a:lumMod val="40000"/>
                  <a:lumOff val="60000"/>
                </a:schemeClr>
              </a:solidFill>
              <a:prstDash val="solid"/>
            </a:ln>
          </a:insideH>
          <a:insideV>
            <a:ln>
              <a:noFill/>
            </a:ln>
          </a:insideV>
        </a:tcBdr>
        <a:fill>
          <a:solidFill>
            <a:schemeClr val="accent1">
              <a:lumMod val="20000"/>
              <a:lumOff val="80000"/>
            </a:schemeClr>
          </a:solidFill>
        </a:fill>
      </a:tcStyle>
    </a:firstCol>
    <a:lastRow>
      <a:tcTxStyle b="on">
        <a:fontRef idx="none">
          <a:schemeClr val="accent1"/>
        </a:fontRef>
      </a:tcTxStyle>
      <a:tcStyle>
        <a:tcBdr>
          <a:left>
            <a:ln>
              <a:noFill/>
            </a:ln>
          </a:left>
          <a:right>
            <a:ln>
              <a:noFill/>
            </a:ln>
          </a:right>
          <a:top>
            <a:ln w="9525" cmpd="sng">
              <a:solidFill>
                <a:schemeClr val="accent1"/>
              </a:solidFill>
              <a:prstDash val="solid"/>
            </a:ln>
          </a:top>
          <a:bottom>
            <a:ln w="9525" cmpd="sng">
              <a:solidFill>
                <a:schemeClr val="accent1"/>
              </a:solidFill>
              <a:prstDash val="solid"/>
            </a:ln>
          </a:bottom>
          <a:insideH>
            <a:ln>
              <a:noFill/>
            </a:ln>
          </a:insideH>
          <a:insideV>
            <a:ln>
              <a:noFill/>
            </a:ln>
          </a:insideV>
        </a:tcBdr>
        <a:fill>
          <a:solidFill>
            <a:srgbClr val="FFFFFF"/>
          </a:solidFill>
        </a:fill>
      </a:tcStyle>
    </a:lastRow>
    <a:firstRow>
      <a:tcTxStyle b="on">
        <a:fontRef idx="none">
          <a:srgbClr val="FFFFFF"/>
        </a:fontRef>
      </a:tcTxStyle>
      <a:tcStyle>
        <a:tcBdr>
          <a:left>
            <a:ln>
              <a:noFill/>
            </a:ln>
          </a:left>
          <a:right>
            <a:ln>
              <a:noFill/>
            </a:ln>
          </a:right>
          <a:top>
            <a:ln>
              <a:noFill/>
            </a:ln>
          </a:top>
          <a:bottom>
            <a:ln>
              <a:noFill/>
            </a:ln>
          </a:bottom>
          <a:insideH>
            <a:ln>
              <a:noFill/>
            </a:ln>
          </a:insideH>
          <a:insideV>
            <a:ln>
              <a:noFill/>
            </a:ln>
          </a:insideV>
        </a:tcBdr>
        <a:fill>
          <a:solidFill>
            <a:schemeClr val="accent1"/>
          </a:solidFill>
        </a:fill>
      </a:tcStyle>
    </a:firstRow>
  </a:tblStyle>
  <a:tblStyle styleId="{8797FC9B-4D1F-4159-A40D-27C43EE9BC76}" styleName="表样式 1 12">
    <a:wholeTbl>
      <a:tcTxStyle>
        <a:fontRef idx="none">
          <a:srgbClr val="000000"/>
        </a:fontRef>
      </a:tcTxStyle>
      <a:tcStyle>
        <a:tcBdr>
          <a:left>
            <a:ln>
              <a:noFill/>
            </a:ln>
          </a:left>
          <a:right>
            <a:ln>
              <a:noFill/>
            </a:ln>
          </a:right>
          <a:top>
            <a:ln w="9525" cmpd="sng">
              <a:solidFill>
                <a:schemeClr val="accent1"/>
              </a:solidFill>
              <a:prstDash val="solid"/>
            </a:ln>
          </a:top>
          <a:bottom>
            <a:ln w="9525" cmpd="sng">
              <a:solidFill>
                <a:schemeClr val="accent1"/>
              </a:solidFill>
              <a:prstDash val="solid"/>
            </a:ln>
          </a:bottom>
          <a:insideH>
            <a:ln w="9525" cmpd="sng">
              <a:solidFill>
                <a:schemeClr val="accent1">
                  <a:lumMod val="40000"/>
                  <a:lumOff val="60000"/>
                </a:schemeClr>
              </a:solidFill>
              <a:prstDash val="solid"/>
            </a:ln>
          </a:insideH>
          <a:insideV>
            <a:ln>
              <a:noFill/>
            </a:ln>
          </a:insideV>
        </a:tcBdr>
        <a:fill>
          <a:solidFill>
            <a:srgbClr val="FFFFFF"/>
          </a:solidFill>
        </a:fill>
      </a:tcStyle>
    </a:wholeTbl>
    <a:band2H>
      <a:tcStyle>
        <a:tcBdr/>
        <a:fill>
          <a:solidFill>
            <a:schemeClr val="accent1">
              <a:lumMod val="10000"/>
              <a:lumOff val="90000"/>
            </a:schemeClr>
          </a:solidFill>
        </a:fill>
      </a:tcStyle>
    </a:band2H>
    <a:band1V>
      <a:tcStyle>
        <a:tcBdr>
          <a:left>
            <a:ln>
              <a:noFill/>
            </a:ln>
          </a:left>
          <a:right>
            <a:ln>
              <a:noFill/>
            </a:ln>
          </a:right>
          <a:top>
            <a:ln w="9525" cmpd="sng">
              <a:solidFill>
                <a:schemeClr val="accent1"/>
              </a:solidFill>
              <a:prstDash val="solid"/>
            </a:ln>
          </a:top>
          <a:bottom>
            <a:ln w="9525" cmpd="sng">
              <a:solidFill>
                <a:schemeClr val="accent1"/>
              </a:solidFill>
              <a:prstDash val="solid"/>
            </a:ln>
          </a:bottom>
          <a:insideH>
            <a:ln w="9525" cmpd="sng">
              <a:solidFill>
                <a:schemeClr val="accent1">
                  <a:lumMod val="40000"/>
                  <a:lumOff val="60000"/>
                </a:schemeClr>
              </a:solidFill>
              <a:prstDash val="solid"/>
            </a:ln>
          </a:insideH>
          <a:insideV>
            <a:ln>
              <a:noFill/>
            </a:ln>
          </a:insideV>
        </a:tcBdr>
        <a:fill>
          <a:solidFill>
            <a:schemeClr val="accent1">
              <a:lumMod val="10000"/>
              <a:lumOff val="90000"/>
            </a:schemeClr>
          </a:solidFill>
        </a:fill>
      </a:tcStyle>
    </a:band1V>
    <a:lastCol>
      <a:tcTxStyle b="on">
        <a:fontRef idx="none">
          <a:srgbClr val="08090C"/>
        </a:fontRef>
      </a:tcTxStyle>
      <a:tcStyle>
        <a:tcBdr>
          <a:left>
            <a:ln>
              <a:noFill/>
            </a:ln>
          </a:left>
          <a:right>
            <a:ln>
              <a:noFill/>
            </a:ln>
          </a:right>
          <a:top>
            <a:ln w="9525" cmpd="sng">
              <a:solidFill>
                <a:schemeClr val="accent1"/>
              </a:solidFill>
              <a:prstDash val="solid"/>
            </a:ln>
          </a:top>
          <a:bottom>
            <a:ln w="9525" cmpd="sng">
              <a:solidFill>
                <a:schemeClr val="accent1"/>
              </a:solidFill>
              <a:prstDash val="solid"/>
            </a:ln>
          </a:bottom>
          <a:insideH>
            <a:ln w="9525" cmpd="sng">
              <a:solidFill>
                <a:schemeClr val="accent1">
                  <a:lumMod val="40000"/>
                  <a:lumOff val="60000"/>
                </a:schemeClr>
              </a:solidFill>
              <a:prstDash val="solid"/>
            </a:ln>
          </a:insideH>
          <a:insideV>
            <a:ln>
              <a:noFill/>
            </a:ln>
          </a:insideV>
        </a:tcBdr>
        <a:fill>
          <a:solidFill>
            <a:schemeClr val="accent1">
              <a:lumMod val="20000"/>
              <a:lumOff val="80000"/>
            </a:schemeClr>
          </a:solidFill>
        </a:fill>
      </a:tcStyle>
    </a:lastCol>
    <a:firstCol>
      <a:tcTxStyle b="on">
        <a:fontRef idx="none">
          <a:srgbClr val="08090C"/>
        </a:fontRef>
      </a:tcTxStyle>
      <a:tcStyle>
        <a:tcBdr>
          <a:left>
            <a:ln>
              <a:noFill/>
            </a:ln>
          </a:left>
          <a:right>
            <a:ln>
              <a:noFill/>
            </a:ln>
          </a:right>
          <a:top>
            <a:ln w="9525" cmpd="sng">
              <a:solidFill>
                <a:schemeClr val="accent1"/>
              </a:solidFill>
              <a:prstDash val="solid"/>
            </a:ln>
          </a:top>
          <a:bottom>
            <a:ln w="9525" cmpd="sng">
              <a:solidFill>
                <a:schemeClr val="accent1"/>
              </a:solidFill>
              <a:prstDash val="solid"/>
            </a:ln>
          </a:bottom>
          <a:insideH>
            <a:ln w="9525" cmpd="sng">
              <a:solidFill>
                <a:schemeClr val="accent1">
                  <a:lumMod val="40000"/>
                  <a:lumOff val="60000"/>
                </a:schemeClr>
              </a:solidFill>
              <a:prstDash val="solid"/>
            </a:ln>
          </a:insideH>
          <a:insideV>
            <a:ln>
              <a:noFill/>
            </a:ln>
          </a:insideV>
        </a:tcBdr>
        <a:fill>
          <a:solidFill>
            <a:schemeClr val="accent1">
              <a:lumMod val="20000"/>
              <a:lumOff val="80000"/>
            </a:schemeClr>
          </a:solidFill>
        </a:fill>
      </a:tcStyle>
    </a:firstCol>
    <a:lastRow>
      <a:tcTxStyle b="on">
        <a:fontRef idx="none">
          <a:schemeClr val="accent1"/>
        </a:fontRef>
      </a:tcTxStyle>
      <a:tcStyle>
        <a:tcBdr>
          <a:left>
            <a:ln>
              <a:noFill/>
            </a:ln>
          </a:left>
          <a:right>
            <a:ln>
              <a:noFill/>
            </a:ln>
          </a:right>
          <a:top>
            <a:ln w="9525" cmpd="sng">
              <a:solidFill>
                <a:schemeClr val="accent1"/>
              </a:solidFill>
              <a:prstDash val="solid"/>
            </a:ln>
          </a:top>
          <a:bottom>
            <a:ln w="9525" cmpd="sng">
              <a:solidFill>
                <a:schemeClr val="accent1"/>
              </a:solidFill>
              <a:prstDash val="solid"/>
            </a:ln>
          </a:bottom>
          <a:insideH>
            <a:ln>
              <a:noFill/>
            </a:ln>
          </a:insideH>
          <a:insideV>
            <a:ln>
              <a:noFill/>
            </a:ln>
          </a:insideV>
        </a:tcBdr>
        <a:fill>
          <a:solidFill>
            <a:srgbClr val="FFFFFF"/>
          </a:solidFill>
        </a:fill>
      </a:tcStyle>
    </a:lastRow>
    <a:firstRow>
      <a:tcTxStyle b="on">
        <a:fontRef idx="none">
          <a:srgbClr val="FFFFFF"/>
        </a:fontRef>
      </a:tcTxStyle>
      <a:tcStyle>
        <a:tcBdr>
          <a:left>
            <a:ln>
              <a:noFill/>
            </a:ln>
          </a:left>
          <a:right>
            <a:ln>
              <a:noFill/>
            </a:ln>
          </a:right>
          <a:top>
            <a:ln>
              <a:noFill/>
            </a:ln>
          </a:top>
          <a:bottom>
            <a:ln>
              <a:noFill/>
            </a:ln>
          </a:bottom>
          <a:insideH>
            <a:ln>
              <a:noFill/>
            </a:ln>
          </a:insideH>
          <a:insideV>
            <a:ln>
              <a:noFill/>
            </a:ln>
          </a:insideV>
        </a:tcBdr>
        <a:fill>
          <a:solidFill>
            <a:schemeClr val="accent1"/>
          </a:solidFill>
        </a:fill>
      </a:tcStyle>
    </a:firstRow>
  </a:tblStyle>
  <a:tblStyle styleId="{F1EDE30F-052B-4E4B-8CE8-EE124ED5EA61}" styleName="表样式 1 12">
    <a:wholeTbl>
      <a:tcTxStyle>
        <a:fontRef idx="none">
          <a:srgbClr val="000000"/>
        </a:fontRef>
      </a:tcTxStyle>
      <a:tcStyle>
        <a:tcBdr>
          <a:left>
            <a:ln>
              <a:noFill/>
            </a:ln>
          </a:left>
          <a:right>
            <a:ln>
              <a:noFill/>
            </a:ln>
          </a:right>
          <a:top>
            <a:ln w="9525" cmpd="sng">
              <a:solidFill>
                <a:schemeClr val="accent1"/>
              </a:solidFill>
              <a:prstDash val="solid"/>
            </a:ln>
          </a:top>
          <a:bottom>
            <a:ln w="9525" cmpd="sng">
              <a:solidFill>
                <a:schemeClr val="accent1"/>
              </a:solidFill>
              <a:prstDash val="solid"/>
            </a:ln>
          </a:bottom>
          <a:insideH>
            <a:ln w="9525" cmpd="sng">
              <a:solidFill>
                <a:schemeClr val="accent1">
                  <a:lumMod val="40000"/>
                  <a:lumOff val="60000"/>
                </a:schemeClr>
              </a:solidFill>
              <a:prstDash val="solid"/>
            </a:ln>
          </a:insideH>
          <a:insideV>
            <a:ln>
              <a:noFill/>
            </a:ln>
          </a:insideV>
        </a:tcBdr>
        <a:fill>
          <a:solidFill>
            <a:srgbClr val="FFFFFF"/>
          </a:solidFill>
        </a:fill>
      </a:tcStyle>
    </a:wholeTbl>
    <a:band2H>
      <a:tcStyle>
        <a:tcBdr/>
        <a:fill>
          <a:solidFill>
            <a:schemeClr val="accent1">
              <a:lumMod val="10000"/>
              <a:lumOff val="90000"/>
            </a:schemeClr>
          </a:solidFill>
        </a:fill>
      </a:tcStyle>
    </a:band2H>
    <a:band1V>
      <a:tcStyle>
        <a:tcBdr>
          <a:left>
            <a:ln>
              <a:noFill/>
            </a:ln>
          </a:left>
          <a:right>
            <a:ln>
              <a:noFill/>
            </a:ln>
          </a:right>
          <a:top>
            <a:ln w="9525" cmpd="sng">
              <a:solidFill>
                <a:schemeClr val="accent1"/>
              </a:solidFill>
              <a:prstDash val="solid"/>
            </a:ln>
          </a:top>
          <a:bottom>
            <a:ln w="9525" cmpd="sng">
              <a:solidFill>
                <a:schemeClr val="accent1"/>
              </a:solidFill>
              <a:prstDash val="solid"/>
            </a:ln>
          </a:bottom>
          <a:insideH>
            <a:ln w="9525" cmpd="sng">
              <a:solidFill>
                <a:schemeClr val="accent1">
                  <a:lumMod val="40000"/>
                  <a:lumOff val="60000"/>
                </a:schemeClr>
              </a:solidFill>
              <a:prstDash val="solid"/>
            </a:ln>
          </a:insideH>
          <a:insideV>
            <a:ln>
              <a:noFill/>
            </a:ln>
          </a:insideV>
        </a:tcBdr>
        <a:fill>
          <a:solidFill>
            <a:schemeClr val="accent1">
              <a:lumMod val="10000"/>
              <a:lumOff val="90000"/>
            </a:schemeClr>
          </a:solidFill>
        </a:fill>
      </a:tcStyle>
    </a:band1V>
    <a:lastCol>
      <a:tcTxStyle b="on">
        <a:fontRef idx="none">
          <a:srgbClr val="08090C"/>
        </a:fontRef>
      </a:tcTxStyle>
      <a:tcStyle>
        <a:tcBdr>
          <a:left>
            <a:ln>
              <a:noFill/>
            </a:ln>
          </a:left>
          <a:right>
            <a:ln>
              <a:noFill/>
            </a:ln>
          </a:right>
          <a:top>
            <a:ln w="9525" cmpd="sng">
              <a:solidFill>
                <a:schemeClr val="accent1"/>
              </a:solidFill>
              <a:prstDash val="solid"/>
            </a:ln>
          </a:top>
          <a:bottom>
            <a:ln w="9525" cmpd="sng">
              <a:solidFill>
                <a:schemeClr val="accent1"/>
              </a:solidFill>
              <a:prstDash val="solid"/>
            </a:ln>
          </a:bottom>
          <a:insideH>
            <a:ln w="9525" cmpd="sng">
              <a:solidFill>
                <a:schemeClr val="accent1">
                  <a:lumMod val="40000"/>
                  <a:lumOff val="60000"/>
                </a:schemeClr>
              </a:solidFill>
              <a:prstDash val="solid"/>
            </a:ln>
          </a:insideH>
          <a:insideV>
            <a:ln>
              <a:noFill/>
            </a:ln>
          </a:insideV>
        </a:tcBdr>
        <a:fill>
          <a:solidFill>
            <a:schemeClr val="accent1">
              <a:lumMod val="20000"/>
              <a:lumOff val="80000"/>
            </a:schemeClr>
          </a:solidFill>
        </a:fill>
      </a:tcStyle>
    </a:lastCol>
    <a:firstCol>
      <a:tcTxStyle b="on">
        <a:fontRef idx="none">
          <a:srgbClr val="08090C"/>
        </a:fontRef>
      </a:tcTxStyle>
      <a:tcStyle>
        <a:tcBdr>
          <a:left>
            <a:ln>
              <a:noFill/>
            </a:ln>
          </a:left>
          <a:right>
            <a:ln>
              <a:noFill/>
            </a:ln>
          </a:right>
          <a:top>
            <a:ln w="9525" cmpd="sng">
              <a:solidFill>
                <a:schemeClr val="accent1"/>
              </a:solidFill>
              <a:prstDash val="solid"/>
            </a:ln>
          </a:top>
          <a:bottom>
            <a:ln w="9525" cmpd="sng">
              <a:solidFill>
                <a:schemeClr val="accent1"/>
              </a:solidFill>
              <a:prstDash val="solid"/>
            </a:ln>
          </a:bottom>
          <a:insideH>
            <a:ln w="9525" cmpd="sng">
              <a:solidFill>
                <a:schemeClr val="accent1">
                  <a:lumMod val="40000"/>
                  <a:lumOff val="60000"/>
                </a:schemeClr>
              </a:solidFill>
              <a:prstDash val="solid"/>
            </a:ln>
          </a:insideH>
          <a:insideV>
            <a:ln>
              <a:noFill/>
            </a:ln>
          </a:insideV>
        </a:tcBdr>
        <a:fill>
          <a:solidFill>
            <a:schemeClr val="accent1">
              <a:lumMod val="20000"/>
              <a:lumOff val="80000"/>
            </a:schemeClr>
          </a:solidFill>
        </a:fill>
      </a:tcStyle>
    </a:firstCol>
    <a:lastRow>
      <a:tcTxStyle b="on">
        <a:fontRef idx="none">
          <a:schemeClr val="accent1"/>
        </a:fontRef>
      </a:tcTxStyle>
      <a:tcStyle>
        <a:tcBdr>
          <a:left>
            <a:ln>
              <a:noFill/>
            </a:ln>
          </a:left>
          <a:right>
            <a:ln>
              <a:noFill/>
            </a:ln>
          </a:right>
          <a:top>
            <a:ln w="9525" cmpd="sng">
              <a:solidFill>
                <a:schemeClr val="accent1"/>
              </a:solidFill>
              <a:prstDash val="solid"/>
            </a:ln>
          </a:top>
          <a:bottom>
            <a:ln w="9525" cmpd="sng">
              <a:solidFill>
                <a:schemeClr val="accent1"/>
              </a:solidFill>
              <a:prstDash val="solid"/>
            </a:ln>
          </a:bottom>
          <a:insideH>
            <a:ln>
              <a:noFill/>
            </a:ln>
          </a:insideH>
          <a:insideV>
            <a:ln>
              <a:noFill/>
            </a:ln>
          </a:insideV>
        </a:tcBdr>
        <a:fill>
          <a:solidFill>
            <a:srgbClr val="FFFFFF"/>
          </a:solidFill>
        </a:fill>
      </a:tcStyle>
    </a:lastRow>
    <a:firstRow>
      <a:tcTxStyle b="on">
        <a:fontRef idx="none">
          <a:srgbClr val="FFFFFF"/>
        </a:fontRef>
      </a:tcTxStyle>
      <a:tcStyle>
        <a:tcBdr>
          <a:left>
            <a:ln>
              <a:noFill/>
            </a:ln>
          </a:left>
          <a:right>
            <a:ln>
              <a:noFill/>
            </a:ln>
          </a:right>
          <a:top>
            <a:ln>
              <a:noFill/>
            </a:ln>
          </a:top>
          <a:bottom>
            <a:ln>
              <a:noFill/>
            </a:ln>
          </a:bottom>
          <a:insideH>
            <a:ln>
              <a:noFill/>
            </a:ln>
          </a:insideH>
          <a:insideV>
            <a:ln>
              <a:noFill/>
            </a:ln>
          </a:insideV>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20"/>
    <p:restoredTop sz="92926" autoAdjust="0"/>
  </p:normalViewPr>
  <p:slideViewPr>
    <p:cSldViewPr showGuides="1">
      <p:cViewPr varScale="1">
        <p:scale>
          <a:sx n="88" d="100"/>
          <a:sy n="88" d="100"/>
        </p:scale>
        <p:origin x="660" y="56"/>
      </p:cViewPr>
      <p:guideLst>
        <p:guide orient="horz" pos="1604"/>
        <p:guide pos="2833"/>
      </p:guideLst>
    </p:cSldViewPr>
  </p:slideViewPr>
  <p:notesTextViewPr>
    <p:cViewPr>
      <p:scale>
        <a:sx n="1" d="1"/>
        <a:sy n="1" d="1"/>
      </p:scale>
      <p:origin x="0" y="0"/>
    </p:cViewPr>
  </p:notesTextViewPr>
  <p:sorterViewPr>
    <p:cViewPr varScale="1">
      <p:scale>
        <a:sx n="100" d="100"/>
        <a:sy n="100" d="100"/>
      </p:scale>
      <p:origin x="0" y="-9028"/>
    </p:cViewPr>
  </p:sorter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8" Type="http://schemas.openxmlformats.org/officeDocument/2006/relationships/tags" Target="tags/tag9.xml"/><Relationship Id="rId57" Type="http://schemas.openxmlformats.org/officeDocument/2006/relationships/commentAuthors" Target="commentAuthors.xml"/><Relationship Id="rId56" Type="http://schemas.openxmlformats.org/officeDocument/2006/relationships/tableStyles" Target="tableStyles.xml"/><Relationship Id="rId55" Type="http://schemas.openxmlformats.org/officeDocument/2006/relationships/viewProps" Target="viewProps.xml"/><Relationship Id="rId54" Type="http://schemas.openxmlformats.org/officeDocument/2006/relationships/presProps" Target="presProps.xml"/><Relationship Id="rId53" Type="http://schemas.openxmlformats.org/officeDocument/2006/relationships/slide" Target="slides/slide50.xml"/><Relationship Id="rId52" Type="http://schemas.openxmlformats.org/officeDocument/2006/relationships/slide" Target="slides/slide49.xml"/><Relationship Id="rId51" Type="http://schemas.openxmlformats.org/officeDocument/2006/relationships/slide" Target="slides/slide48.xml"/><Relationship Id="rId50" Type="http://schemas.openxmlformats.org/officeDocument/2006/relationships/slide" Target="slides/slide47.xml"/><Relationship Id="rId5" Type="http://schemas.openxmlformats.org/officeDocument/2006/relationships/slide" Target="slides/slide2.xml"/><Relationship Id="rId49" Type="http://schemas.openxmlformats.org/officeDocument/2006/relationships/slide" Target="slides/slide46.xml"/><Relationship Id="rId48" Type="http://schemas.openxmlformats.org/officeDocument/2006/relationships/slide" Target="slides/slide45.xml"/><Relationship Id="rId47" Type="http://schemas.openxmlformats.org/officeDocument/2006/relationships/slide" Target="slides/slide44.xml"/><Relationship Id="rId46" Type="http://schemas.openxmlformats.org/officeDocument/2006/relationships/slide" Target="slides/slide43.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notesMaster" Target="notesMasters/notesMaster1.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7106" name="Rectangle 1"/>
          <p:cNvSpPr>
            <a:spLocks noGrp="1" noRot="1" noChangeAspect="1"/>
          </p:cNvSpPr>
          <p:nvPr>
            <p:ph type="sldImg"/>
          </p:nvPr>
        </p:nvSpPr>
        <p:spPr bwMode="auto">
          <a:xfrm>
            <a:off x="381000" y="685800"/>
            <a:ext cx="6096000" cy="3429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2" name="Rectangle 2"/>
          <p:cNvSpPr>
            <a:spLocks noGrp="1"/>
          </p:cNvSpPr>
          <p:nvPr>
            <p:ph type="body" sz="quarter" idx="1"/>
          </p:nvPr>
        </p:nvSpPr>
        <p:spPr bwMode="auto">
          <a:xfrm>
            <a:off x="914400" y="4343400"/>
            <a:ext cx="5029200" cy="4114800"/>
          </a:xfrm>
          <a:prstGeom prst="rect">
            <a:avLst/>
          </a:prstGeom>
          <a:noFill/>
          <a:ln>
            <a:noFill/>
          </a:ln>
          <a:effectLst/>
        </p:spPr>
        <p:txBody>
          <a:bodyPr vert="horz" wrap="square" lIns="91440" tIns="45720" rIns="91440" bIns="45720" numCol="1" anchor="t" anchorCtr="0" compatLnSpc="1"/>
          <a:lstStyle/>
          <a:p>
            <a:pPr lvl="0"/>
            <a:r>
              <a:rPr lang="en-US" altLang="en-US" noProof="0">
                <a:sym typeface="Helvetica Neue" charset="0"/>
              </a:rPr>
              <a:t>Click to edit Template text styles</a:t>
            </a:r>
            <a:endParaRPr lang="en-US" altLang="en-US" noProof="0">
              <a:sym typeface="Helvetica Neue" charset="0"/>
            </a:endParaRPr>
          </a:p>
          <a:p>
            <a:pPr lvl="1"/>
            <a:r>
              <a:rPr lang="en-US" altLang="en-US" noProof="0">
                <a:sym typeface="Helvetica Neue" charset="0"/>
              </a:rPr>
              <a:t>Second level</a:t>
            </a:r>
            <a:endParaRPr lang="en-US" altLang="en-US" noProof="0">
              <a:sym typeface="Helvetica Neue" charset="0"/>
            </a:endParaRPr>
          </a:p>
          <a:p>
            <a:pPr lvl="2"/>
            <a:r>
              <a:rPr lang="en-US" altLang="en-US" noProof="0">
                <a:sym typeface="Helvetica Neue" charset="0"/>
              </a:rPr>
              <a:t>Third level</a:t>
            </a:r>
            <a:endParaRPr lang="en-US" altLang="en-US" noProof="0">
              <a:sym typeface="Helvetica Neue" charset="0"/>
            </a:endParaRPr>
          </a:p>
          <a:p>
            <a:pPr lvl="3"/>
            <a:r>
              <a:rPr lang="en-US" altLang="en-US" noProof="0">
                <a:sym typeface="Helvetica Neue" charset="0"/>
              </a:rPr>
              <a:t>Fourth level</a:t>
            </a:r>
            <a:endParaRPr lang="en-US" altLang="en-US" noProof="0">
              <a:sym typeface="Helvetica Neue" charset="0"/>
            </a:endParaRPr>
          </a:p>
          <a:p>
            <a:pPr lvl="4"/>
            <a:r>
              <a:rPr lang="en-US" altLang="en-US" noProof="0">
                <a:sym typeface="Helvetica Neue" charset="0"/>
              </a:rPr>
              <a:t>Fifth level</a:t>
            </a:r>
            <a:endParaRPr lang="en-US" altLang="en-US" noProof="0">
              <a:sym typeface="Helvetica Neue" charset="0"/>
            </a:endParaRPr>
          </a:p>
        </p:txBody>
      </p:sp>
    </p:spTree>
  </p:cSld>
  <p:clrMap bg1="lt1" tx1="dk1" bg2="lt2" tx2="dk2" accent1="accent1" accent2="accent2" accent3="accent3" accent4="accent4" accent5="accent5" accent6="accent6" hlink="hlink" folHlink="folHlink"/>
  <p:notesStyle>
    <a:lvl1pPr algn="l" defTabSz="285750" rtl="0" eaLnBrk="0" fontAlgn="base" hangingPunct="0">
      <a:lnSpc>
        <a:spcPct val="117000"/>
      </a:lnSpc>
      <a:spcBef>
        <a:spcPct val="0"/>
      </a:spcBef>
      <a:spcAft>
        <a:spcPct val="0"/>
      </a:spcAft>
      <a:defRPr sz="1400" kern="1200">
        <a:solidFill>
          <a:srgbClr val="000000"/>
        </a:solidFill>
        <a:latin typeface="Helvetica Neue" charset="0"/>
        <a:ea typeface="Helvetica Neue" charset="0"/>
        <a:cs typeface="Helvetica Neue" charset="0"/>
        <a:sym typeface="Helvetica Neue" charset="0"/>
      </a:defRPr>
    </a:lvl1pPr>
    <a:lvl2pPr indent="142875" algn="l" defTabSz="285750" rtl="0" eaLnBrk="0" fontAlgn="base" hangingPunct="0">
      <a:lnSpc>
        <a:spcPct val="117000"/>
      </a:lnSpc>
      <a:spcBef>
        <a:spcPct val="0"/>
      </a:spcBef>
      <a:spcAft>
        <a:spcPct val="0"/>
      </a:spcAft>
      <a:defRPr sz="1400" kern="1200">
        <a:solidFill>
          <a:srgbClr val="000000"/>
        </a:solidFill>
        <a:latin typeface="Helvetica Neue" charset="0"/>
        <a:ea typeface="Helvetica Neue" charset="0"/>
        <a:cs typeface="Helvetica Neue" charset="0"/>
        <a:sym typeface="Helvetica Neue" charset="0"/>
      </a:defRPr>
    </a:lvl2pPr>
    <a:lvl3pPr indent="285750" algn="l" defTabSz="285750" rtl="0" eaLnBrk="0" fontAlgn="base" hangingPunct="0">
      <a:lnSpc>
        <a:spcPct val="117000"/>
      </a:lnSpc>
      <a:spcBef>
        <a:spcPct val="0"/>
      </a:spcBef>
      <a:spcAft>
        <a:spcPct val="0"/>
      </a:spcAft>
      <a:defRPr sz="1400" kern="1200">
        <a:solidFill>
          <a:srgbClr val="000000"/>
        </a:solidFill>
        <a:latin typeface="Helvetica Neue" charset="0"/>
        <a:ea typeface="Helvetica Neue" charset="0"/>
        <a:cs typeface="Helvetica Neue" charset="0"/>
        <a:sym typeface="Helvetica Neue" charset="0"/>
      </a:defRPr>
    </a:lvl3pPr>
    <a:lvl4pPr indent="430530" algn="l" defTabSz="285750" rtl="0" eaLnBrk="0" fontAlgn="base" hangingPunct="0">
      <a:lnSpc>
        <a:spcPct val="117000"/>
      </a:lnSpc>
      <a:spcBef>
        <a:spcPct val="0"/>
      </a:spcBef>
      <a:spcAft>
        <a:spcPct val="0"/>
      </a:spcAft>
      <a:defRPr sz="1400" kern="1200">
        <a:solidFill>
          <a:srgbClr val="000000"/>
        </a:solidFill>
        <a:latin typeface="Helvetica Neue" charset="0"/>
        <a:ea typeface="Helvetica Neue" charset="0"/>
        <a:cs typeface="Helvetica Neue" charset="0"/>
        <a:sym typeface="Helvetica Neue" charset="0"/>
      </a:defRPr>
    </a:lvl4pPr>
    <a:lvl5pPr indent="573405" algn="l" defTabSz="285750" rtl="0" eaLnBrk="0" fontAlgn="base" hangingPunct="0">
      <a:lnSpc>
        <a:spcPct val="117000"/>
      </a:lnSpc>
      <a:spcBef>
        <a:spcPct val="0"/>
      </a:spcBef>
      <a:spcAft>
        <a:spcPct val="0"/>
      </a:spcAft>
      <a:defRPr sz="1400" kern="1200">
        <a:solidFill>
          <a:srgbClr val="000000"/>
        </a:solidFill>
        <a:latin typeface="Helvetica Neue" charset="0"/>
        <a:ea typeface="Helvetica Neue" charset="0"/>
        <a:cs typeface="Helvetica Neue" charset="0"/>
        <a:sym typeface="Helvetica Neue" charset="0"/>
      </a:defRPr>
    </a:lvl5pPr>
    <a:lvl6pPr marL="1435100" algn="l" defTabSz="574040" rtl="0" eaLnBrk="1" latinLnBrk="0" hangingPunct="1">
      <a:defRPr sz="700" kern="1200">
        <a:solidFill>
          <a:schemeClr val="tx1"/>
        </a:solidFill>
        <a:latin typeface="+mn-lt"/>
        <a:ea typeface="+mn-ea"/>
        <a:cs typeface="+mn-cs"/>
      </a:defRPr>
    </a:lvl6pPr>
    <a:lvl7pPr marL="1722120" algn="l" defTabSz="574040" rtl="0" eaLnBrk="1" latinLnBrk="0" hangingPunct="1">
      <a:defRPr sz="700" kern="1200">
        <a:solidFill>
          <a:schemeClr val="tx1"/>
        </a:solidFill>
        <a:latin typeface="+mn-lt"/>
        <a:ea typeface="+mn-ea"/>
        <a:cs typeface="+mn-cs"/>
      </a:defRPr>
    </a:lvl7pPr>
    <a:lvl8pPr marL="2009140" algn="l" defTabSz="574040" rtl="0" eaLnBrk="1" latinLnBrk="0" hangingPunct="1">
      <a:defRPr sz="700" kern="1200">
        <a:solidFill>
          <a:schemeClr val="tx1"/>
        </a:solidFill>
        <a:latin typeface="+mn-lt"/>
        <a:ea typeface="+mn-ea"/>
        <a:cs typeface="+mn-cs"/>
      </a:defRPr>
    </a:lvl8pPr>
    <a:lvl9pPr marL="2295525" algn="l" defTabSz="574040" rtl="0" eaLnBrk="1" latinLnBrk="0" hangingPunct="1">
      <a:defRPr sz="7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9.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0.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1.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2.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3.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4.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5.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6.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7.xml"/></Relationships>
</file>

<file path=ppt/notesSlides/_rels/notesSlide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8.xml"/></Relationships>
</file>

<file path=ppt/notesSlides/_rels/notesSlide2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9.xml"/></Relationships>
</file>

<file path=ppt/notesSlides/_rels/notesSlide2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3.xml"/></Relationships>
</file>

<file path=ppt/notesSlides/_rels/notesSlide3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4.xml"/></Relationships>
</file>

<file path=ppt/notesSlides/_rels/notesSlide3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5.xml"/></Relationships>
</file>

<file path=ppt/notesSlides/_rels/notesSlide3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7.xml"/></Relationships>
</file>

<file path=ppt/notesSlides/_rels/notesSlide3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文本占位符 2"/>
          <p:cNvSpPr>
            <a:spLocks noGrp="1"/>
          </p:cNvSpPr>
          <p:nvPr>
            <p:ph type="body" idx="1"/>
          </p:nvPr>
        </p:nvSpPr>
        <p:spPr/>
        <p:txBody>
          <a:bodyPr/>
          <a:lstStyle/>
          <a:p>
            <a:r>
              <a:rPr lang="zh-CN" altLang="en-US"/>
              <a:t>I am very happy to have the opportunity to meet with you all in this course.</a:t>
            </a:r>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sz="1600">
                <a:solidFill>
                  <a:schemeClr val="tx1"/>
                </a:solidFill>
                <a:latin typeface="Helvetica" panose="020B0604020202020204" pitchFamily="34" charset="0"/>
                <a:ea typeface="MS PGothic" panose="020B0600070205080204" pitchFamily="34" charset="-128"/>
              </a:defRPr>
            </a:lvl1pPr>
            <a:lvl2pPr marL="742950" indent="-285750" defTabSz="930275">
              <a:defRPr sz="1600">
                <a:solidFill>
                  <a:schemeClr val="tx1"/>
                </a:solidFill>
                <a:latin typeface="Helvetica" panose="020B0604020202020204" pitchFamily="34" charset="0"/>
                <a:ea typeface="MS PGothic" panose="020B0600070205080204" pitchFamily="34" charset="-128"/>
              </a:defRPr>
            </a:lvl2pPr>
            <a:lvl3pPr marL="1143000" indent="-228600" defTabSz="930275">
              <a:defRPr sz="1600">
                <a:solidFill>
                  <a:schemeClr val="tx1"/>
                </a:solidFill>
                <a:latin typeface="Helvetica" panose="020B0604020202020204" pitchFamily="34" charset="0"/>
                <a:ea typeface="MS PGothic" panose="020B0600070205080204" pitchFamily="34" charset="-128"/>
              </a:defRPr>
            </a:lvl3pPr>
            <a:lvl4pPr marL="1600200" indent="-228600" defTabSz="930275">
              <a:defRPr sz="1600">
                <a:solidFill>
                  <a:schemeClr val="tx1"/>
                </a:solidFill>
                <a:latin typeface="Helvetica" panose="020B0604020202020204" pitchFamily="34" charset="0"/>
                <a:ea typeface="MS PGothic" panose="020B0600070205080204" pitchFamily="34" charset="-128"/>
              </a:defRPr>
            </a:lvl4pPr>
            <a:lvl5pPr marL="2057400" indent="-228600" defTabSz="930275">
              <a:defRPr sz="1600">
                <a:solidFill>
                  <a:schemeClr val="tx1"/>
                </a:solidFill>
                <a:latin typeface="Helvetica" panose="020B0604020202020204" pitchFamily="34" charset="0"/>
                <a:ea typeface="MS PGothic" panose="020B0600070205080204" pitchFamily="34" charset="-128"/>
              </a:defRPr>
            </a:lvl5pPr>
            <a:lvl6pPr marL="25146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fld id="{2017DEB3-15EC-4046-B6FC-7059E5DE6572}" type="slidenum">
              <a:rPr lang="en-US" altLang="en-US" sz="1300">
                <a:latin typeface="Times New Roman" panose="02020603050405020304" pitchFamily="18" charset="0"/>
              </a:rPr>
            </a:fld>
            <a:endParaRPr lang="en-US" altLang="en-US" sz="1300">
              <a:latin typeface="Times New Roman" panose="02020603050405020304" pitchFamily="18" charset="0"/>
            </a:endParaRPr>
          </a:p>
        </p:txBody>
      </p:sp>
      <p:sp>
        <p:nvSpPr>
          <p:cNvPr id="45059" name="Rectangle 2"/>
          <p:cNvSpPr>
            <a:spLocks noGrp="1" noRot="1" noChangeAspect="1" noChangeArrowheads="1" noTextEdit="1"/>
          </p:cNvSpPr>
          <p:nvPr>
            <p:ph type="sldImg"/>
          </p:nvPr>
        </p:nvSpPr>
        <p:spPr/>
      </p:sp>
      <p:sp>
        <p:nvSpPr>
          <p:cNvPr id="45060"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sz="1600">
                <a:solidFill>
                  <a:schemeClr val="tx1"/>
                </a:solidFill>
                <a:latin typeface="Helvetica" panose="020B0604020202020204" pitchFamily="34" charset="0"/>
                <a:ea typeface="MS PGothic" panose="020B0600070205080204" pitchFamily="34" charset="-128"/>
              </a:defRPr>
            </a:lvl1pPr>
            <a:lvl2pPr marL="742950" indent="-285750" defTabSz="930275">
              <a:defRPr sz="1600">
                <a:solidFill>
                  <a:schemeClr val="tx1"/>
                </a:solidFill>
                <a:latin typeface="Helvetica" panose="020B0604020202020204" pitchFamily="34" charset="0"/>
                <a:ea typeface="MS PGothic" panose="020B0600070205080204" pitchFamily="34" charset="-128"/>
              </a:defRPr>
            </a:lvl2pPr>
            <a:lvl3pPr marL="1143000" indent="-228600" defTabSz="930275">
              <a:defRPr sz="1600">
                <a:solidFill>
                  <a:schemeClr val="tx1"/>
                </a:solidFill>
                <a:latin typeface="Helvetica" panose="020B0604020202020204" pitchFamily="34" charset="0"/>
                <a:ea typeface="MS PGothic" panose="020B0600070205080204" pitchFamily="34" charset="-128"/>
              </a:defRPr>
            </a:lvl3pPr>
            <a:lvl4pPr marL="1600200" indent="-228600" defTabSz="930275">
              <a:defRPr sz="1600">
                <a:solidFill>
                  <a:schemeClr val="tx1"/>
                </a:solidFill>
                <a:latin typeface="Helvetica" panose="020B0604020202020204" pitchFamily="34" charset="0"/>
                <a:ea typeface="MS PGothic" panose="020B0600070205080204" pitchFamily="34" charset="-128"/>
              </a:defRPr>
            </a:lvl4pPr>
            <a:lvl5pPr marL="2057400" indent="-228600" defTabSz="930275">
              <a:defRPr sz="1600">
                <a:solidFill>
                  <a:schemeClr val="tx1"/>
                </a:solidFill>
                <a:latin typeface="Helvetica" panose="020B0604020202020204" pitchFamily="34" charset="0"/>
                <a:ea typeface="MS PGothic" panose="020B0600070205080204" pitchFamily="34" charset="-128"/>
              </a:defRPr>
            </a:lvl5pPr>
            <a:lvl6pPr marL="25146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fld id="{5A90F1DB-8581-4412-BE09-331FFC345D8A}" type="slidenum">
              <a:rPr lang="en-US" altLang="en-US" sz="1300">
                <a:latin typeface="Times New Roman" panose="02020603050405020304" pitchFamily="18" charset="0"/>
              </a:rPr>
            </a:fld>
            <a:endParaRPr lang="en-US" altLang="en-US" sz="1300">
              <a:latin typeface="Times New Roman" panose="02020603050405020304" pitchFamily="18" charset="0"/>
            </a:endParaRPr>
          </a:p>
        </p:txBody>
      </p:sp>
      <p:sp>
        <p:nvSpPr>
          <p:cNvPr id="46083" name="Rectangle 2"/>
          <p:cNvSpPr>
            <a:spLocks noGrp="1" noRot="1" noChangeAspect="1" noChangeArrowheads="1" noTextEdit="1"/>
          </p:cNvSpPr>
          <p:nvPr>
            <p:ph type="sldImg"/>
          </p:nvPr>
        </p:nvSpPr>
        <p:spPr/>
      </p:sp>
      <p:sp>
        <p:nvSpPr>
          <p:cNvPr id="46084"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sz="1600">
                <a:solidFill>
                  <a:schemeClr val="tx1"/>
                </a:solidFill>
                <a:latin typeface="Helvetica" panose="020B0604020202020204" pitchFamily="34" charset="0"/>
                <a:ea typeface="MS PGothic" panose="020B0600070205080204" pitchFamily="34" charset="-128"/>
              </a:defRPr>
            </a:lvl1pPr>
            <a:lvl2pPr marL="742950" indent="-285750" defTabSz="930275">
              <a:defRPr sz="1600">
                <a:solidFill>
                  <a:schemeClr val="tx1"/>
                </a:solidFill>
                <a:latin typeface="Helvetica" panose="020B0604020202020204" pitchFamily="34" charset="0"/>
                <a:ea typeface="MS PGothic" panose="020B0600070205080204" pitchFamily="34" charset="-128"/>
              </a:defRPr>
            </a:lvl2pPr>
            <a:lvl3pPr marL="1143000" indent="-228600" defTabSz="930275">
              <a:defRPr sz="1600">
                <a:solidFill>
                  <a:schemeClr val="tx1"/>
                </a:solidFill>
                <a:latin typeface="Helvetica" panose="020B0604020202020204" pitchFamily="34" charset="0"/>
                <a:ea typeface="MS PGothic" panose="020B0600070205080204" pitchFamily="34" charset="-128"/>
              </a:defRPr>
            </a:lvl3pPr>
            <a:lvl4pPr marL="1600200" indent="-228600" defTabSz="930275">
              <a:defRPr sz="1600">
                <a:solidFill>
                  <a:schemeClr val="tx1"/>
                </a:solidFill>
                <a:latin typeface="Helvetica" panose="020B0604020202020204" pitchFamily="34" charset="0"/>
                <a:ea typeface="MS PGothic" panose="020B0600070205080204" pitchFamily="34" charset="-128"/>
              </a:defRPr>
            </a:lvl4pPr>
            <a:lvl5pPr marL="2057400" indent="-228600" defTabSz="930275">
              <a:defRPr sz="1600">
                <a:solidFill>
                  <a:schemeClr val="tx1"/>
                </a:solidFill>
                <a:latin typeface="Helvetica" panose="020B0604020202020204" pitchFamily="34" charset="0"/>
                <a:ea typeface="MS PGothic" panose="020B0600070205080204" pitchFamily="34" charset="-128"/>
              </a:defRPr>
            </a:lvl5pPr>
            <a:lvl6pPr marL="25146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fld id="{C357C7EE-1394-4754-ABAC-F51DB6C77C16}" type="slidenum">
              <a:rPr lang="en-US" altLang="en-US" sz="1300">
                <a:latin typeface="Times New Roman" panose="02020603050405020304" pitchFamily="18" charset="0"/>
              </a:rPr>
            </a:fld>
            <a:endParaRPr lang="en-US" altLang="en-US" sz="1300">
              <a:latin typeface="Times New Roman" panose="02020603050405020304" pitchFamily="18" charset="0"/>
            </a:endParaRPr>
          </a:p>
        </p:txBody>
      </p:sp>
      <p:sp>
        <p:nvSpPr>
          <p:cNvPr id="47107" name="Rectangle 2"/>
          <p:cNvSpPr>
            <a:spLocks noGrp="1" noRot="1" noChangeAspect="1" noChangeArrowheads="1" noTextEdit="1"/>
          </p:cNvSpPr>
          <p:nvPr>
            <p:ph type="sldImg"/>
          </p:nvPr>
        </p:nvSpPr>
        <p:spPr/>
      </p:sp>
      <p:sp>
        <p:nvSpPr>
          <p:cNvPr id="47108"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sz="1600">
                <a:solidFill>
                  <a:schemeClr val="tx1"/>
                </a:solidFill>
                <a:latin typeface="Helvetica" panose="020B0604020202020204" pitchFamily="34" charset="0"/>
                <a:ea typeface="MS PGothic" panose="020B0600070205080204" pitchFamily="34" charset="-128"/>
              </a:defRPr>
            </a:lvl1pPr>
            <a:lvl2pPr marL="742950" indent="-285750" defTabSz="930275">
              <a:defRPr sz="1600">
                <a:solidFill>
                  <a:schemeClr val="tx1"/>
                </a:solidFill>
                <a:latin typeface="Helvetica" panose="020B0604020202020204" pitchFamily="34" charset="0"/>
                <a:ea typeface="MS PGothic" panose="020B0600070205080204" pitchFamily="34" charset="-128"/>
              </a:defRPr>
            </a:lvl2pPr>
            <a:lvl3pPr marL="1143000" indent="-228600" defTabSz="930275">
              <a:defRPr sz="1600">
                <a:solidFill>
                  <a:schemeClr val="tx1"/>
                </a:solidFill>
                <a:latin typeface="Helvetica" panose="020B0604020202020204" pitchFamily="34" charset="0"/>
                <a:ea typeface="MS PGothic" panose="020B0600070205080204" pitchFamily="34" charset="-128"/>
              </a:defRPr>
            </a:lvl3pPr>
            <a:lvl4pPr marL="1600200" indent="-228600" defTabSz="930275">
              <a:defRPr sz="1600">
                <a:solidFill>
                  <a:schemeClr val="tx1"/>
                </a:solidFill>
                <a:latin typeface="Helvetica" panose="020B0604020202020204" pitchFamily="34" charset="0"/>
                <a:ea typeface="MS PGothic" panose="020B0600070205080204" pitchFamily="34" charset="-128"/>
              </a:defRPr>
            </a:lvl4pPr>
            <a:lvl5pPr marL="2057400" indent="-228600" defTabSz="930275">
              <a:defRPr sz="1600">
                <a:solidFill>
                  <a:schemeClr val="tx1"/>
                </a:solidFill>
                <a:latin typeface="Helvetica" panose="020B0604020202020204" pitchFamily="34" charset="0"/>
                <a:ea typeface="MS PGothic" panose="020B0600070205080204" pitchFamily="34" charset="-128"/>
              </a:defRPr>
            </a:lvl5pPr>
            <a:lvl6pPr marL="25146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fld id="{2C96B228-294A-4543-9668-830A4BA10FD0}" type="slidenum">
              <a:rPr lang="en-US" altLang="en-US" sz="1300">
                <a:latin typeface="Times New Roman" panose="02020603050405020304" pitchFamily="18" charset="0"/>
              </a:rPr>
            </a:fld>
            <a:endParaRPr lang="en-US" altLang="en-US" sz="1300">
              <a:latin typeface="Times New Roman" panose="02020603050405020304" pitchFamily="18" charset="0"/>
            </a:endParaRPr>
          </a:p>
        </p:txBody>
      </p:sp>
      <p:sp>
        <p:nvSpPr>
          <p:cNvPr id="48131" name="Rectangle 2"/>
          <p:cNvSpPr>
            <a:spLocks noGrp="1" noRot="1" noChangeAspect="1" noChangeArrowheads="1" noTextEdit="1"/>
          </p:cNvSpPr>
          <p:nvPr>
            <p:ph type="sldImg"/>
          </p:nvPr>
        </p:nvSpPr>
        <p:spPr/>
      </p:sp>
      <p:sp>
        <p:nvSpPr>
          <p:cNvPr id="48132"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sz="1600">
                <a:solidFill>
                  <a:schemeClr val="tx1"/>
                </a:solidFill>
                <a:latin typeface="Helvetica" panose="020B0604020202020204" pitchFamily="34" charset="0"/>
                <a:ea typeface="MS PGothic" panose="020B0600070205080204" pitchFamily="34" charset="-128"/>
              </a:defRPr>
            </a:lvl1pPr>
            <a:lvl2pPr marL="742950" indent="-285750" defTabSz="930275">
              <a:defRPr sz="1600">
                <a:solidFill>
                  <a:schemeClr val="tx1"/>
                </a:solidFill>
                <a:latin typeface="Helvetica" panose="020B0604020202020204" pitchFamily="34" charset="0"/>
                <a:ea typeface="MS PGothic" panose="020B0600070205080204" pitchFamily="34" charset="-128"/>
              </a:defRPr>
            </a:lvl2pPr>
            <a:lvl3pPr marL="1143000" indent="-228600" defTabSz="930275">
              <a:defRPr sz="1600">
                <a:solidFill>
                  <a:schemeClr val="tx1"/>
                </a:solidFill>
                <a:latin typeface="Helvetica" panose="020B0604020202020204" pitchFamily="34" charset="0"/>
                <a:ea typeface="MS PGothic" panose="020B0600070205080204" pitchFamily="34" charset="-128"/>
              </a:defRPr>
            </a:lvl3pPr>
            <a:lvl4pPr marL="1600200" indent="-228600" defTabSz="930275">
              <a:defRPr sz="1600">
                <a:solidFill>
                  <a:schemeClr val="tx1"/>
                </a:solidFill>
                <a:latin typeface="Helvetica" panose="020B0604020202020204" pitchFamily="34" charset="0"/>
                <a:ea typeface="MS PGothic" panose="020B0600070205080204" pitchFamily="34" charset="-128"/>
              </a:defRPr>
            </a:lvl4pPr>
            <a:lvl5pPr marL="2057400" indent="-228600" defTabSz="930275">
              <a:defRPr sz="1600">
                <a:solidFill>
                  <a:schemeClr val="tx1"/>
                </a:solidFill>
                <a:latin typeface="Helvetica" panose="020B0604020202020204" pitchFamily="34" charset="0"/>
                <a:ea typeface="MS PGothic" panose="020B0600070205080204" pitchFamily="34" charset="-128"/>
              </a:defRPr>
            </a:lvl5pPr>
            <a:lvl6pPr marL="25146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fld id="{EB368A3B-2500-44E1-A876-1D192EB39441}" type="slidenum">
              <a:rPr lang="en-US" altLang="en-US" sz="1300">
                <a:latin typeface="Times New Roman" panose="02020603050405020304" pitchFamily="18" charset="0"/>
              </a:rPr>
            </a:fld>
            <a:endParaRPr lang="en-US" altLang="en-US" sz="1300">
              <a:latin typeface="Times New Roman" panose="02020603050405020304" pitchFamily="18" charset="0"/>
            </a:endParaRPr>
          </a:p>
        </p:txBody>
      </p:sp>
      <p:sp>
        <p:nvSpPr>
          <p:cNvPr id="49155" name="Rectangle 2"/>
          <p:cNvSpPr>
            <a:spLocks noGrp="1" noRot="1" noChangeAspect="1" noChangeArrowheads="1" noTextEdit="1"/>
          </p:cNvSpPr>
          <p:nvPr>
            <p:ph type="sldImg"/>
          </p:nvPr>
        </p:nvSpPr>
        <p:spPr/>
      </p:sp>
      <p:sp>
        <p:nvSpPr>
          <p:cNvPr id="49156"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sz="1600">
                <a:solidFill>
                  <a:schemeClr val="tx1"/>
                </a:solidFill>
                <a:latin typeface="Helvetica" panose="020B0604020202020204" pitchFamily="34" charset="0"/>
                <a:ea typeface="MS PGothic" panose="020B0600070205080204" pitchFamily="34" charset="-128"/>
              </a:defRPr>
            </a:lvl1pPr>
            <a:lvl2pPr marL="742950" indent="-285750" defTabSz="930275">
              <a:defRPr sz="1600">
                <a:solidFill>
                  <a:schemeClr val="tx1"/>
                </a:solidFill>
                <a:latin typeface="Helvetica" panose="020B0604020202020204" pitchFamily="34" charset="0"/>
                <a:ea typeface="MS PGothic" panose="020B0600070205080204" pitchFamily="34" charset="-128"/>
              </a:defRPr>
            </a:lvl2pPr>
            <a:lvl3pPr marL="1143000" indent="-228600" defTabSz="930275">
              <a:defRPr sz="1600">
                <a:solidFill>
                  <a:schemeClr val="tx1"/>
                </a:solidFill>
                <a:latin typeface="Helvetica" panose="020B0604020202020204" pitchFamily="34" charset="0"/>
                <a:ea typeface="MS PGothic" panose="020B0600070205080204" pitchFamily="34" charset="-128"/>
              </a:defRPr>
            </a:lvl3pPr>
            <a:lvl4pPr marL="1600200" indent="-228600" defTabSz="930275">
              <a:defRPr sz="1600">
                <a:solidFill>
                  <a:schemeClr val="tx1"/>
                </a:solidFill>
                <a:latin typeface="Helvetica" panose="020B0604020202020204" pitchFamily="34" charset="0"/>
                <a:ea typeface="MS PGothic" panose="020B0600070205080204" pitchFamily="34" charset="-128"/>
              </a:defRPr>
            </a:lvl4pPr>
            <a:lvl5pPr marL="2057400" indent="-228600" defTabSz="930275">
              <a:defRPr sz="1600">
                <a:solidFill>
                  <a:schemeClr val="tx1"/>
                </a:solidFill>
                <a:latin typeface="Helvetica" panose="020B0604020202020204" pitchFamily="34" charset="0"/>
                <a:ea typeface="MS PGothic" panose="020B0600070205080204" pitchFamily="34" charset="-128"/>
              </a:defRPr>
            </a:lvl5pPr>
            <a:lvl6pPr marL="25146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fld id="{EC7B586B-FBE3-4075-88E9-19535EAEDE53}" type="slidenum">
              <a:rPr lang="en-US" altLang="en-US" sz="1300">
                <a:latin typeface="Times New Roman" panose="02020603050405020304" pitchFamily="18" charset="0"/>
              </a:rPr>
            </a:fld>
            <a:endParaRPr lang="en-US" altLang="en-US" sz="1300">
              <a:latin typeface="Times New Roman" panose="02020603050405020304" pitchFamily="18" charset="0"/>
            </a:endParaRPr>
          </a:p>
        </p:txBody>
      </p:sp>
      <p:sp>
        <p:nvSpPr>
          <p:cNvPr id="50179" name="Rectangle 2"/>
          <p:cNvSpPr>
            <a:spLocks noGrp="1" noRot="1" noChangeAspect="1" noChangeArrowheads="1" noTextEdit="1"/>
          </p:cNvSpPr>
          <p:nvPr>
            <p:ph type="sldImg"/>
          </p:nvPr>
        </p:nvSpPr>
        <p:spPr/>
      </p:sp>
      <p:sp>
        <p:nvSpPr>
          <p:cNvPr id="50180"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sz="1600">
                <a:solidFill>
                  <a:schemeClr val="tx1"/>
                </a:solidFill>
                <a:latin typeface="Helvetica" panose="020B0604020202020204" pitchFamily="34" charset="0"/>
                <a:ea typeface="MS PGothic" panose="020B0600070205080204" pitchFamily="34" charset="-128"/>
              </a:defRPr>
            </a:lvl1pPr>
            <a:lvl2pPr marL="742950" indent="-285750" defTabSz="930275">
              <a:defRPr sz="1600">
                <a:solidFill>
                  <a:schemeClr val="tx1"/>
                </a:solidFill>
                <a:latin typeface="Helvetica" panose="020B0604020202020204" pitchFamily="34" charset="0"/>
                <a:ea typeface="MS PGothic" panose="020B0600070205080204" pitchFamily="34" charset="-128"/>
              </a:defRPr>
            </a:lvl2pPr>
            <a:lvl3pPr marL="1143000" indent="-228600" defTabSz="930275">
              <a:defRPr sz="1600">
                <a:solidFill>
                  <a:schemeClr val="tx1"/>
                </a:solidFill>
                <a:latin typeface="Helvetica" panose="020B0604020202020204" pitchFamily="34" charset="0"/>
                <a:ea typeface="MS PGothic" panose="020B0600070205080204" pitchFamily="34" charset="-128"/>
              </a:defRPr>
            </a:lvl3pPr>
            <a:lvl4pPr marL="1600200" indent="-228600" defTabSz="930275">
              <a:defRPr sz="1600">
                <a:solidFill>
                  <a:schemeClr val="tx1"/>
                </a:solidFill>
                <a:latin typeface="Helvetica" panose="020B0604020202020204" pitchFamily="34" charset="0"/>
                <a:ea typeface="MS PGothic" panose="020B0600070205080204" pitchFamily="34" charset="-128"/>
              </a:defRPr>
            </a:lvl4pPr>
            <a:lvl5pPr marL="2057400" indent="-228600" defTabSz="930275">
              <a:defRPr sz="1600">
                <a:solidFill>
                  <a:schemeClr val="tx1"/>
                </a:solidFill>
                <a:latin typeface="Helvetica" panose="020B0604020202020204" pitchFamily="34" charset="0"/>
                <a:ea typeface="MS PGothic" panose="020B0600070205080204" pitchFamily="34" charset="-128"/>
              </a:defRPr>
            </a:lvl5pPr>
            <a:lvl6pPr marL="25146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fld id="{E09CAF58-8E40-42E6-AEEE-83BAC72A0401}" type="slidenum">
              <a:rPr lang="en-US" altLang="en-US" sz="1300">
                <a:latin typeface="Times New Roman" panose="02020603050405020304" pitchFamily="18" charset="0"/>
              </a:rPr>
            </a:fld>
            <a:endParaRPr lang="en-US" altLang="en-US" sz="1300">
              <a:latin typeface="Times New Roman" panose="02020603050405020304" pitchFamily="18" charset="0"/>
            </a:endParaRPr>
          </a:p>
        </p:txBody>
      </p:sp>
      <p:sp>
        <p:nvSpPr>
          <p:cNvPr id="51203" name="Rectangle 2"/>
          <p:cNvSpPr>
            <a:spLocks noGrp="1" noRot="1" noChangeAspect="1" noChangeArrowheads="1" noTextEdit="1"/>
          </p:cNvSpPr>
          <p:nvPr>
            <p:ph type="sldImg"/>
          </p:nvPr>
        </p:nvSpPr>
        <p:spPr/>
      </p:sp>
      <p:sp>
        <p:nvSpPr>
          <p:cNvPr id="51204"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sz="1600">
                <a:solidFill>
                  <a:schemeClr val="tx1"/>
                </a:solidFill>
                <a:latin typeface="Helvetica" panose="020B0604020202020204" pitchFamily="34" charset="0"/>
                <a:ea typeface="MS PGothic" panose="020B0600070205080204" pitchFamily="34" charset="-128"/>
              </a:defRPr>
            </a:lvl1pPr>
            <a:lvl2pPr marL="742950" indent="-285750" defTabSz="930275">
              <a:defRPr sz="1600">
                <a:solidFill>
                  <a:schemeClr val="tx1"/>
                </a:solidFill>
                <a:latin typeface="Helvetica" panose="020B0604020202020204" pitchFamily="34" charset="0"/>
                <a:ea typeface="MS PGothic" panose="020B0600070205080204" pitchFamily="34" charset="-128"/>
              </a:defRPr>
            </a:lvl2pPr>
            <a:lvl3pPr marL="1143000" indent="-228600" defTabSz="930275">
              <a:defRPr sz="1600">
                <a:solidFill>
                  <a:schemeClr val="tx1"/>
                </a:solidFill>
                <a:latin typeface="Helvetica" panose="020B0604020202020204" pitchFamily="34" charset="0"/>
                <a:ea typeface="MS PGothic" panose="020B0600070205080204" pitchFamily="34" charset="-128"/>
              </a:defRPr>
            </a:lvl3pPr>
            <a:lvl4pPr marL="1600200" indent="-228600" defTabSz="930275">
              <a:defRPr sz="1600">
                <a:solidFill>
                  <a:schemeClr val="tx1"/>
                </a:solidFill>
                <a:latin typeface="Helvetica" panose="020B0604020202020204" pitchFamily="34" charset="0"/>
                <a:ea typeface="MS PGothic" panose="020B0600070205080204" pitchFamily="34" charset="-128"/>
              </a:defRPr>
            </a:lvl4pPr>
            <a:lvl5pPr marL="2057400" indent="-228600" defTabSz="930275">
              <a:defRPr sz="1600">
                <a:solidFill>
                  <a:schemeClr val="tx1"/>
                </a:solidFill>
                <a:latin typeface="Helvetica" panose="020B0604020202020204" pitchFamily="34" charset="0"/>
                <a:ea typeface="MS PGothic" panose="020B0600070205080204" pitchFamily="34" charset="-128"/>
              </a:defRPr>
            </a:lvl5pPr>
            <a:lvl6pPr marL="25146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fld id="{45C1AAF5-6AEA-4D14-8684-0B8539C0EA31}" type="slidenum">
              <a:rPr lang="en-US" altLang="en-US" sz="1300">
                <a:latin typeface="Times New Roman" panose="02020603050405020304" pitchFamily="18" charset="0"/>
              </a:rPr>
            </a:fld>
            <a:endParaRPr lang="en-US" altLang="en-US" sz="1300">
              <a:latin typeface="Times New Roman" panose="02020603050405020304" pitchFamily="18" charset="0"/>
            </a:endParaRPr>
          </a:p>
        </p:txBody>
      </p:sp>
      <p:sp>
        <p:nvSpPr>
          <p:cNvPr id="53251" name="Rectangle 2"/>
          <p:cNvSpPr>
            <a:spLocks noGrp="1" noRot="1" noChangeAspect="1" noChangeArrowheads="1" noTextEdit="1"/>
          </p:cNvSpPr>
          <p:nvPr>
            <p:ph type="sldImg"/>
          </p:nvPr>
        </p:nvSpPr>
        <p:spPr/>
      </p:sp>
      <p:sp>
        <p:nvSpPr>
          <p:cNvPr id="53252"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sz="1600">
                <a:solidFill>
                  <a:schemeClr val="tx1"/>
                </a:solidFill>
                <a:latin typeface="Helvetica" panose="020B0604020202020204" pitchFamily="34" charset="0"/>
                <a:ea typeface="MS PGothic" panose="020B0600070205080204" pitchFamily="34" charset="-128"/>
              </a:defRPr>
            </a:lvl1pPr>
            <a:lvl2pPr marL="742950" indent="-285750" defTabSz="930275">
              <a:defRPr sz="1600">
                <a:solidFill>
                  <a:schemeClr val="tx1"/>
                </a:solidFill>
                <a:latin typeface="Helvetica" panose="020B0604020202020204" pitchFamily="34" charset="0"/>
                <a:ea typeface="MS PGothic" panose="020B0600070205080204" pitchFamily="34" charset="-128"/>
              </a:defRPr>
            </a:lvl2pPr>
            <a:lvl3pPr marL="1143000" indent="-228600" defTabSz="930275">
              <a:defRPr sz="1600">
                <a:solidFill>
                  <a:schemeClr val="tx1"/>
                </a:solidFill>
                <a:latin typeface="Helvetica" panose="020B0604020202020204" pitchFamily="34" charset="0"/>
                <a:ea typeface="MS PGothic" panose="020B0600070205080204" pitchFamily="34" charset="-128"/>
              </a:defRPr>
            </a:lvl3pPr>
            <a:lvl4pPr marL="1600200" indent="-228600" defTabSz="930275">
              <a:defRPr sz="1600">
                <a:solidFill>
                  <a:schemeClr val="tx1"/>
                </a:solidFill>
                <a:latin typeface="Helvetica" panose="020B0604020202020204" pitchFamily="34" charset="0"/>
                <a:ea typeface="MS PGothic" panose="020B0600070205080204" pitchFamily="34" charset="-128"/>
              </a:defRPr>
            </a:lvl4pPr>
            <a:lvl5pPr marL="2057400" indent="-228600" defTabSz="930275">
              <a:defRPr sz="1600">
                <a:solidFill>
                  <a:schemeClr val="tx1"/>
                </a:solidFill>
                <a:latin typeface="Helvetica" panose="020B0604020202020204" pitchFamily="34" charset="0"/>
                <a:ea typeface="MS PGothic" panose="020B0600070205080204" pitchFamily="34" charset="-128"/>
              </a:defRPr>
            </a:lvl5pPr>
            <a:lvl6pPr marL="25146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fld id="{9181E236-F3CF-4317-8D23-91C03DF91DAA}" type="slidenum">
              <a:rPr lang="en-US" altLang="en-US" sz="1300">
                <a:latin typeface="Times New Roman" panose="02020603050405020304" pitchFamily="18" charset="0"/>
              </a:rPr>
            </a:fld>
            <a:endParaRPr lang="en-US" altLang="en-US" sz="1300">
              <a:latin typeface="Times New Roman" panose="02020603050405020304" pitchFamily="18" charset="0"/>
            </a:endParaRPr>
          </a:p>
        </p:txBody>
      </p:sp>
      <p:sp>
        <p:nvSpPr>
          <p:cNvPr id="54275" name="Rectangle 2"/>
          <p:cNvSpPr>
            <a:spLocks noGrp="1" noRot="1" noChangeAspect="1" noChangeArrowheads="1" noTextEdit="1"/>
          </p:cNvSpPr>
          <p:nvPr>
            <p:ph type="sldImg"/>
          </p:nvPr>
        </p:nvSpPr>
        <p:spPr/>
      </p:sp>
      <p:sp>
        <p:nvSpPr>
          <p:cNvPr id="54276"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sz="1600">
                <a:solidFill>
                  <a:schemeClr val="tx1"/>
                </a:solidFill>
                <a:latin typeface="Helvetica" panose="020B0604020202020204" pitchFamily="34" charset="0"/>
                <a:ea typeface="MS PGothic" panose="020B0600070205080204" pitchFamily="34" charset="-128"/>
              </a:defRPr>
            </a:lvl1pPr>
            <a:lvl2pPr marL="742950" indent="-285750" defTabSz="930275">
              <a:defRPr sz="1600">
                <a:solidFill>
                  <a:schemeClr val="tx1"/>
                </a:solidFill>
                <a:latin typeface="Helvetica" panose="020B0604020202020204" pitchFamily="34" charset="0"/>
                <a:ea typeface="MS PGothic" panose="020B0600070205080204" pitchFamily="34" charset="-128"/>
              </a:defRPr>
            </a:lvl2pPr>
            <a:lvl3pPr marL="1143000" indent="-228600" defTabSz="930275">
              <a:defRPr sz="1600">
                <a:solidFill>
                  <a:schemeClr val="tx1"/>
                </a:solidFill>
                <a:latin typeface="Helvetica" panose="020B0604020202020204" pitchFamily="34" charset="0"/>
                <a:ea typeface="MS PGothic" panose="020B0600070205080204" pitchFamily="34" charset="-128"/>
              </a:defRPr>
            </a:lvl3pPr>
            <a:lvl4pPr marL="1600200" indent="-228600" defTabSz="930275">
              <a:defRPr sz="1600">
                <a:solidFill>
                  <a:schemeClr val="tx1"/>
                </a:solidFill>
                <a:latin typeface="Helvetica" panose="020B0604020202020204" pitchFamily="34" charset="0"/>
                <a:ea typeface="MS PGothic" panose="020B0600070205080204" pitchFamily="34" charset="-128"/>
              </a:defRPr>
            </a:lvl4pPr>
            <a:lvl5pPr marL="2057400" indent="-228600" defTabSz="930275">
              <a:defRPr sz="1600">
                <a:solidFill>
                  <a:schemeClr val="tx1"/>
                </a:solidFill>
                <a:latin typeface="Helvetica" panose="020B0604020202020204" pitchFamily="34" charset="0"/>
                <a:ea typeface="MS PGothic" panose="020B0600070205080204" pitchFamily="34" charset="-128"/>
              </a:defRPr>
            </a:lvl5pPr>
            <a:lvl6pPr marL="25146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fld id="{55FD32BD-82F1-48BD-AD09-96AD51164653}" type="slidenum">
              <a:rPr lang="en-US" altLang="en-US" sz="1300">
                <a:latin typeface="Times New Roman" panose="02020603050405020304" pitchFamily="18" charset="0"/>
              </a:rPr>
            </a:fld>
            <a:endParaRPr lang="en-US" altLang="en-US" sz="1300">
              <a:latin typeface="Times New Roman" panose="02020603050405020304" pitchFamily="18" charset="0"/>
            </a:endParaRPr>
          </a:p>
        </p:txBody>
      </p:sp>
      <p:sp>
        <p:nvSpPr>
          <p:cNvPr id="55299" name="Rectangle 2"/>
          <p:cNvSpPr>
            <a:spLocks noGrp="1" noRot="1" noChangeAspect="1" noChangeArrowheads="1" noTextEdit="1"/>
          </p:cNvSpPr>
          <p:nvPr>
            <p:ph type="sldImg"/>
          </p:nvPr>
        </p:nvSpPr>
        <p:spPr/>
      </p:sp>
      <p:sp>
        <p:nvSpPr>
          <p:cNvPr id="55300"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sz="1600">
                <a:solidFill>
                  <a:schemeClr val="tx1"/>
                </a:solidFill>
                <a:latin typeface="Helvetica" panose="020B0604020202020204" pitchFamily="34" charset="0"/>
                <a:ea typeface="MS PGothic" panose="020B0600070205080204" pitchFamily="34" charset="-128"/>
              </a:defRPr>
            </a:lvl1pPr>
            <a:lvl2pPr marL="742950" indent="-285750" defTabSz="930275">
              <a:defRPr sz="1600">
                <a:solidFill>
                  <a:schemeClr val="tx1"/>
                </a:solidFill>
                <a:latin typeface="Helvetica" panose="020B0604020202020204" pitchFamily="34" charset="0"/>
                <a:ea typeface="MS PGothic" panose="020B0600070205080204" pitchFamily="34" charset="-128"/>
              </a:defRPr>
            </a:lvl2pPr>
            <a:lvl3pPr marL="1143000" indent="-228600" defTabSz="930275">
              <a:defRPr sz="1600">
                <a:solidFill>
                  <a:schemeClr val="tx1"/>
                </a:solidFill>
                <a:latin typeface="Helvetica" panose="020B0604020202020204" pitchFamily="34" charset="0"/>
                <a:ea typeface="MS PGothic" panose="020B0600070205080204" pitchFamily="34" charset="-128"/>
              </a:defRPr>
            </a:lvl3pPr>
            <a:lvl4pPr marL="1600200" indent="-228600" defTabSz="930275">
              <a:defRPr sz="1600">
                <a:solidFill>
                  <a:schemeClr val="tx1"/>
                </a:solidFill>
                <a:latin typeface="Helvetica" panose="020B0604020202020204" pitchFamily="34" charset="0"/>
                <a:ea typeface="MS PGothic" panose="020B0600070205080204" pitchFamily="34" charset="-128"/>
              </a:defRPr>
            </a:lvl4pPr>
            <a:lvl5pPr marL="2057400" indent="-228600" defTabSz="930275">
              <a:defRPr sz="1600">
                <a:solidFill>
                  <a:schemeClr val="tx1"/>
                </a:solidFill>
                <a:latin typeface="Helvetica" panose="020B0604020202020204" pitchFamily="34" charset="0"/>
                <a:ea typeface="MS PGothic" panose="020B0600070205080204" pitchFamily="34" charset="-128"/>
              </a:defRPr>
            </a:lvl5pPr>
            <a:lvl6pPr marL="25146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fld id="{245A69C5-4E79-40C5-A40D-3DE0D1BB057D}" type="slidenum">
              <a:rPr lang="en-US" altLang="en-US" sz="1300">
                <a:latin typeface="Times New Roman" panose="02020603050405020304" pitchFamily="18" charset="0"/>
              </a:rPr>
            </a:fld>
            <a:endParaRPr lang="en-US" altLang="en-US" sz="1300">
              <a:latin typeface="Times New Roman" panose="02020603050405020304" pitchFamily="18" charset="0"/>
            </a:endParaRPr>
          </a:p>
        </p:txBody>
      </p:sp>
      <p:sp>
        <p:nvSpPr>
          <p:cNvPr id="56323" name="Rectangle 2"/>
          <p:cNvSpPr>
            <a:spLocks noGrp="1" noRot="1" noChangeAspect="1" noChangeArrowheads="1" noTextEdit="1"/>
          </p:cNvSpPr>
          <p:nvPr>
            <p:ph type="sldImg"/>
          </p:nvPr>
        </p:nvSpPr>
        <p:spPr/>
      </p:sp>
      <p:sp>
        <p:nvSpPr>
          <p:cNvPr id="56324"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sz="1600">
                <a:solidFill>
                  <a:schemeClr val="tx1"/>
                </a:solidFill>
                <a:latin typeface="Helvetica" panose="020B0604020202020204" pitchFamily="34" charset="0"/>
                <a:ea typeface="MS PGothic" panose="020B0600070205080204" pitchFamily="34" charset="-128"/>
              </a:defRPr>
            </a:lvl1pPr>
            <a:lvl2pPr marL="742950" indent="-285750" defTabSz="930275">
              <a:defRPr sz="1600">
                <a:solidFill>
                  <a:schemeClr val="tx1"/>
                </a:solidFill>
                <a:latin typeface="Helvetica" panose="020B0604020202020204" pitchFamily="34" charset="0"/>
                <a:ea typeface="MS PGothic" panose="020B0600070205080204" pitchFamily="34" charset="-128"/>
              </a:defRPr>
            </a:lvl2pPr>
            <a:lvl3pPr marL="1143000" indent="-228600" defTabSz="930275">
              <a:defRPr sz="1600">
                <a:solidFill>
                  <a:schemeClr val="tx1"/>
                </a:solidFill>
                <a:latin typeface="Helvetica" panose="020B0604020202020204" pitchFamily="34" charset="0"/>
                <a:ea typeface="MS PGothic" panose="020B0600070205080204" pitchFamily="34" charset="-128"/>
              </a:defRPr>
            </a:lvl3pPr>
            <a:lvl4pPr marL="1600200" indent="-228600" defTabSz="930275">
              <a:defRPr sz="1600">
                <a:solidFill>
                  <a:schemeClr val="tx1"/>
                </a:solidFill>
                <a:latin typeface="Helvetica" panose="020B0604020202020204" pitchFamily="34" charset="0"/>
                <a:ea typeface="MS PGothic" panose="020B0600070205080204" pitchFamily="34" charset="-128"/>
              </a:defRPr>
            </a:lvl4pPr>
            <a:lvl5pPr marL="2057400" indent="-228600" defTabSz="930275">
              <a:defRPr sz="1600">
                <a:solidFill>
                  <a:schemeClr val="tx1"/>
                </a:solidFill>
                <a:latin typeface="Helvetica" panose="020B0604020202020204" pitchFamily="34" charset="0"/>
                <a:ea typeface="MS PGothic" panose="020B0600070205080204" pitchFamily="34" charset="-128"/>
              </a:defRPr>
            </a:lvl5pPr>
            <a:lvl6pPr marL="25146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fld id="{4966EED2-8886-4DAB-8F39-47600D19EAAD}" type="slidenum">
              <a:rPr lang="en-US" altLang="en-US" sz="1300">
                <a:latin typeface="Times New Roman" panose="02020603050405020304" pitchFamily="18" charset="0"/>
              </a:rPr>
            </a:fld>
            <a:endParaRPr lang="en-US" altLang="en-US" sz="1300">
              <a:latin typeface="Times New Roman" panose="02020603050405020304" pitchFamily="18" charset="0"/>
            </a:endParaRPr>
          </a:p>
        </p:txBody>
      </p:sp>
      <p:sp>
        <p:nvSpPr>
          <p:cNvPr id="57347" name="Rectangle 2"/>
          <p:cNvSpPr>
            <a:spLocks noGrp="1" noRot="1" noChangeAspect="1" noChangeArrowheads="1" noTextEdit="1"/>
          </p:cNvSpPr>
          <p:nvPr>
            <p:ph type="sldImg"/>
          </p:nvPr>
        </p:nvSpPr>
        <p:spPr/>
      </p:sp>
      <p:sp>
        <p:nvSpPr>
          <p:cNvPr id="57348"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sz="1600">
                <a:solidFill>
                  <a:schemeClr val="tx1"/>
                </a:solidFill>
                <a:latin typeface="Helvetica" panose="020B0604020202020204" pitchFamily="34" charset="0"/>
                <a:ea typeface="MS PGothic" panose="020B0600070205080204" pitchFamily="34" charset="-128"/>
              </a:defRPr>
            </a:lvl1pPr>
            <a:lvl2pPr marL="742950" indent="-285750" defTabSz="930275">
              <a:defRPr sz="1600">
                <a:solidFill>
                  <a:schemeClr val="tx1"/>
                </a:solidFill>
                <a:latin typeface="Helvetica" panose="020B0604020202020204" pitchFamily="34" charset="0"/>
                <a:ea typeface="MS PGothic" panose="020B0600070205080204" pitchFamily="34" charset="-128"/>
              </a:defRPr>
            </a:lvl2pPr>
            <a:lvl3pPr marL="1143000" indent="-228600" defTabSz="930275">
              <a:defRPr sz="1600">
                <a:solidFill>
                  <a:schemeClr val="tx1"/>
                </a:solidFill>
                <a:latin typeface="Helvetica" panose="020B0604020202020204" pitchFamily="34" charset="0"/>
                <a:ea typeface="MS PGothic" panose="020B0600070205080204" pitchFamily="34" charset="-128"/>
              </a:defRPr>
            </a:lvl3pPr>
            <a:lvl4pPr marL="1600200" indent="-228600" defTabSz="930275">
              <a:defRPr sz="1600">
                <a:solidFill>
                  <a:schemeClr val="tx1"/>
                </a:solidFill>
                <a:latin typeface="Helvetica" panose="020B0604020202020204" pitchFamily="34" charset="0"/>
                <a:ea typeface="MS PGothic" panose="020B0600070205080204" pitchFamily="34" charset="-128"/>
              </a:defRPr>
            </a:lvl4pPr>
            <a:lvl5pPr marL="2057400" indent="-228600" defTabSz="930275">
              <a:defRPr sz="1600">
                <a:solidFill>
                  <a:schemeClr val="tx1"/>
                </a:solidFill>
                <a:latin typeface="Helvetica" panose="020B0604020202020204" pitchFamily="34" charset="0"/>
                <a:ea typeface="MS PGothic" panose="020B0600070205080204" pitchFamily="34" charset="-128"/>
              </a:defRPr>
            </a:lvl5pPr>
            <a:lvl6pPr marL="25146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fld id="{0C0A219B-7ED1-4E4A-95DF-430BAF20189A}" type="slidenum">
              <a:rPr lang="en-US" altLang="en-US" sz="1300">
                <a:latin typeface="Times New Roman" panose="02020603050405020304" pitchFamily="18" charset="0"/>
              </a:rPr>
            </a:fld>
            <a:endParaRPr lang="en-US" altLang="en-US" sz="1300">
              <a:latin typeface="Times New Roman" panose="02020603050405020304" pitchFamily="18" charset="0"/>
            </a:endParaRPr>
          </a:p>
        </p:txBody>
      </p:sp>
      <p:sp>
        <p:nvSpPr>
          <p:cNvPr id="58371" name="Rectangle 2"/>
          <p:cNvSpPr>
            <a:spLocks noGrp="1" noRot="1" noChangeAspect="1" noChangeArrowheads="1" noTextEdit="1"/>
          </p:cNvSpPr>
          <p:nvPr>
            <p:ph type="sldImg"/>
          </p:nvPr>
        </p:nvSpPr>
        <p:spPr/>
      </p:sp>
      <p:sp>
        <p:nvSpPr>
          <p:cNvPr id="58372"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sz="1600">
                <a:solidFill>
                  <a:schemeClr val="tx1"/>
                </a:solidFill>
                <a:latin typeface="Helvetica" panose="020B0604020202020204" pitchFamily="34" charset="0"/>
                <a:ea typeface="MS PGothic" panose="020B0600070205080204" pitchFamily="34" charset="-128"/>
              </a:defRPr>
            </a:lvl1pPr>
            <a:lvl2pPr marL="742950" indent="-285750" defTabSz="930275">
              <a:defRPr sz="1600">
                <a:solidFill>
                  <a:schemeClr val="tx1"/>
                </a:solidFill>
                <a:latin typeface="Helvetica" panose="020B0604020202020204" pitchFamily="34" charset="0"/>
                <a:ea typeface="MS PGothic" panose="020B0600070205080204" pitchFamily="34" charset="-128"/>
              </a:defRPr>
            </a:lvl2pPr>
            <a:lvl3pPr marL="1143000" indent="-228600" defTabSz="930275">
              <a:defRPr sz="1600">
                <a:solidFill>
                  <a:schemeClr val="tx1"/>
                </a:solidFill>
                <a:latin typeface="Helvetica" panose="020B0604020202020204" pitchFamily="34" charset="0"/>
                <a:ea typeface="MS PGothic" panose="020B0600070205080204" pitchFamily="34" charset="-128"/>
              </a:defRPr>
            </a:lvl3pPr>
            <a:lvl4pPr marL="1600200" indent="-228600" defTabSz="930275">
              <a:defRPr sz="1600">
                <a:solidFill>
                  <a:schemeClr val="tx1"/>
                </a:solidFill>
                <a:latin typeface="Helvetica" panose="020B0604020202020204" pitchFamily="34" charset="0"/>
                <a:ea typeface="MS PGothic" panose="020B0600070205080204" pitchFamily="34" charset="-128"/>
              </a:defRPr>
            </a:lvl4pPr>
            <a:lvl5pPr marL="2057400" indent="-228600" defTabSz="930275">
              <a:defRPr sz="1600">
                <a:solidFill>
                  <a:schemeClr val="tx1"/>
                </a:solidFill>
                <a:latin typeface="Helvetica" panose="020B0604020202020204" pitchFamily="34" charset="0"/>
                <a:ea typeface="MS PGothic" panose="020B0600070205080204" pitchFamily="34" charset="-128"/>
              </a:defRPr>
            </a:lvl5pPr>
            <a:lvl6pPr marL="25146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fld id="{F181FFE9-0679-4531-AB67-8E0EAB444F99}" type="slidenum">
              <a:rPr lang="en-US" altLang="en-US" sz="1300">
                <a:latin typeface="Times New Roman" panose="02020603050405020304" pitchFamily="18" charset="0"/>
              </a:rPr>
            </a:fld>
            <a:endParaRPr lang="en-US" altLang="en-US" sz="1300">
              <a:latin typeface="Times New Roman" panose="02020603050405020304" pitchFamily="18" charset="0"/>
            </a:endParaRPr>
          </a:p>
        </p:txBody>
      </p:sp>
      <p:sp>
        <p:nvSpPr>
          <p:cNvPr id="59395" name="Rectangle 2"/>
          <p:cNvSpPr>
            <a:spLocks noGrp="1" noRot="1" noChangeAspect="1" noChangeArrowheads="1" noTextEdit="1"/>
          </p:cNvSpPr>
          <p:nvPr>
            <p:ph type="sldImg"/>
          </p:nvPr>
        </p:nvSpPr>
        <p:spPr/>
      </p:sp>
      <p:sp>
        <p:nvSpPr>
          <p:cNvPr id="59396"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sz="1600">
                <a:solidFill>
                  <a:schemeClr val="tx1"/>
                </a:solidFill>
                <a:latin typeface="Helvetica" panose="020B0604020202020204" pitchFamily="34" charset="0"/>
                <a:ea typeface="MS PGothic" panose="020B0600070205080204" pitchFamily="34" charset="-128"/>
              </a:defRPr>
            </a:lvl1pPr>
            <a:lvl2pPr marL="742950" indent="-285750" defTabSz="930275">
              <a:defRPr sz="1600">
                <a:solidFill>
                  <a:schemeClr val="tx1"/>
                </a:solidFill>
                <a:latin typeface="Helvetica" panose="020B0604020202020204" pitchFamily="34" charset="0"/>
                <a:ea typeface="MS PGothic" panose="020B0600070205080204" pitchFamily="34" charset="-128"/>
              </a:defRPr>
            </a:lvl2pPr>
            <a:lvl3pPr marL="1143000" indent="-228600" defTabSz="930275">
              <a:defRPr sz="1600">
                <a:solidFill>
                  <a:schemeClr val="tx1"/>
                </a:solidFill>
                <a:latin typeface="Helvetica" panose="020B0604020202020204" pitchFamily="34" charset="0"/>
                <a:ea typeface="MS PGothic" panose="020B0600070205080204" pitchFamily="34" charset="-128"/>
              </a:defRPr>
            </a:lvl3pPr>
            <a:lvl4pPr marL="1600200" indent="-228600" defTabSz="930275">
              <a:defRPr sz="1600">
                <a:solidFill>
                  <a:schemeClr val="tx1"/>
                </a:solidFill>
                <a:latin typeface="Helvetica" panose="020B0604020202020204" pitchFamily="34" charset="0"/>
                <a:ea typeface="MS PGothic" panose="020B0600070205080204" pitchFamily="34" charset="-128"/>
              </a:defRPr>
            </a:lvl4pPr>
            <a:lvl5pPr marL="2057400" indent="-228600" defTabSz="930275">
              <a:defRPr sz="1600">
                <a:solidFill>
                  <a:schemeClr val="tx1"/>
                </a:solidFill>
                <a:latin typeface="Helvetica" panose="020B0604020202020204" pitchFamily="34" charset="0"/>
                <a:ea typeface="MS PGothic" panose="020B0600070205080204" pitchFamily="34" charset="-128"/>
              </a:defRPr>
            </a:lvl5pPr>
            <a:lvl6pPr marL="25146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fld id="{0E9D46A0-8FB9-4F36-8A68-841EE000AD2B}" type="slidenum">
              <a:rPr lang="en-US" altLang="en-US" sz="1300">
                <a:latin typeface="Times New Roman" panose="02020603050405020304" pitchFamily="18" charset="0"/>
              </a:rPr>
            </a:fld>
            <a:endParaRPr lang="en-US" altLang="en-US" sz="1300">
              <a:latin typeface="Times New Roman" panose="02020603050405020304" pitchFamily="18" charset="0"/>
            </a:endParaRPr>
          </a:p>
        </p:txBody>
      </p:sp>
      <p:sp>
        <p:nvSpPr>
          <p:cNvPr id="60419" name="Rectangle 2"/>
          <p:cNvSpPr>
            <a:spLocks noGrp="1" noRot="1" noChangeAspect="1" noChangeArrowheads="1" noTextEdit="1"/>
          </p:cNvSpPr>
          <p:nvPr>
            <p:ph type="sldImg"/>
          </p:nvPr>
        </p:nvSpPr>
        <p:spPr/>
      </p:sp>
      <p:sp>
        <p:nvSpPr>
          <p:cNvPr id="60420"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sz="1600">
                <a:solidFill>
                  <a:schemeClr val="tx1"/>
                </a:solidFill>
                <a:latin typeface="Helvetica" panose="020B0604020202020204" pitchFamily="34" charset="0"/>
                <a:ea typeface="MS PGothic" panose="020B0600070205080204" pitchFamily="34" charset="-128"/>
              </a:defRPr>
            </a:lvl1pPr>
            <a:lvl2pPr marL="742950" indent="-285750" defTabSz="930275">
              <a:defRPr sz="1600">
                <a:solidFill>
                  <a:schemeClr val="tx1"/>
                </a:solidFill>
                <a:latin typeface="Helvetica" panose="020B0604020202020204" pitchFamily="34" charset="0"/>
                <a:ea typeface="MS PGothic" panose="020B0600070205080204" pitchFamily="34" charset="-128"/>
              </a:defRPr>
            </a:lvl2pPr>
            <a:lvl3pPr marL="1143000" indent="-228600" defTabSz="930275">
              <a:defRPr sz="1600">
                <a:solidFill>
                  <a:schemeClr val="tx1"/>
                </a:solidFill>
                <a:latin typeface="Helvetica" panose="020B0604020202020204" pitchFamily="34" charset="0"/>
                <a:ea typeface="MS PGothic" panose="020B0600070205080204" pitchFamily="34" charset="-128"/>
              </a:defRPr>
            </a:lvl3pPr>
            <a:lvl4pPr marL="1600200" indent="-228600" defTabSz="930275">
              <a:defRPr sz="1600">
                <a:solidFill>
                  <a:schemeClr val="tx1"/>
                </a:solidFill>
                <a:latin typeface="Helvetica" panose="020B0604020202020204" pitchFamily="34" charset="0"/>
                <a:ea typeface="MS PGothic" panose="020B0600070205080204" pitchFamily="34" charset="-128"/>
              </a:defRPr>
            </a:lvl4pPr>
            <a:lvl5pPr marL="2057400" indent="-228600" defTabSz="930275">
              <a:defRPr sz="1600">
                <a:solidFill>
                  <a:schemeClr val="tx1"/>
                </a:solidFill>
                <a:latin typeface="Helvetica" panose="020B0604020202020204" pitchFamily="34" charset="0"/>
                <a:ea typeface="MS PGothic" panose="020B0600070205080204" pitchFamily="34" charset="-128"/>
              </a:defRPr>
            </a:lvl5pPr>
            <a:lvl6pPr marL="25146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fld id="{0DA3BC2A-3044-458B-B1BD-DEB1040FB7FC}" type="slidenum">
              <a:rPr lang="en-US" altLang="en-US" sz="1300">
                <a:latin typeface="Times New Roman" panose="02020603050405020304" pitchFamily="18" charset="0"/>
              </a:rPr>
            </a:fld>
            <a:endParaRPr lang="en-US" altLang="en-US" sz="1300">
              <a:latin typeface="Times New Roman" panose="02020603050405020304" pitchFamily="18" charset="0"/>
            </a:endParaRPr>
          </a:p>
        </p:txBody>
      </p:sp>
      <p:sp>
        <p:nvSpPr>
          <p:cNvPr id="61443" name="Rectangle 2"/>
          <p:cNvSpPr>
            <a:spLocks noGrp="1" noRot="1" noChangeAspect="1" noChangeArrowheads="1" noTextEdit="1"/>
          </p:cNvSpPr>
          <p:nvPr>
            <p:ph type="sldImg"/>
          </p:nvPr>
        </p:nvSpPr>
        <p:spPr/>
      </p:sp>
      <p:sp>
        <p:nvSpPr>
          <p:cNvPr id="61444"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sz="1600">
                <a:solidFill>
                  <a:schemeClr val="tx1"/>
                </a:solidFill>
                <a:latin typeface="Helvetica" panose="020B0604020202020204" pitchFamily="34" charset="0"/>
                <a:ea typeface="MS PGothic" panose="020B0600070205080204" pitchFamily="34" charset="-128"/>
              </a:defRPr>
            </a:lvl1pPr>
            <a:lvl2pPr marL="742950" indent="-285750" defTabSz="930275">
              <a:defRPr sz="1600">
                <a:solidFill>
                  <a:schemeClr val="tx1"/>
                </a:solidFill>
                <a:latin typeface="Helvetica" panose="020B0604020202020204" pitchFamily="34" charset="0"/>
                <a:ea typeface="MS PGothic" panose="020B0600070205080204" pitchFamily="34" charset="-128"/>
              </a:defRPr>
            </a:lvl2pPr>
            <a:lvl3pPr marL="1143000" indent="-228600" defTabSz="930275">
              <a:defRPr sz="1600">
                <a:solidFill>
                  <a:schemeClr val="tx1"/>
                </a:solidFill>
                <a:latin typeface="Helvetica" panose="020B0604020202020204" pitchFamily="34" charset="0"/>
                <a:ea typeface="MS PGothic" panose="020B0600070205080204" pitchFamily="34" charset="-128"/>
              </a:defRPr>
            </a:lvl3pPr>
            <a:lvl4pPr marL="1600200" indent="-228600" defTabSz="930275">
              <a:defRPr sz="1600">
                <a:solidFill>
                  <a:schemeClr val="tx1"/>
                </a:solidFill>
                <a:latin typeface="Helvetica" panose="020B0604020202020204" pitchFamily="34" charset="0"/>
                <a:ea typeface="MS PGothic" panose="020B0600070205080204" pitchFamily="34" charset="-128"/>
              </a:defRPr>
            </a:lvl4pPr>
            <a:lvl5pPr marL="2057400" indent="-228600" defTabSz="930275">
              <a:defRPr sz="1600">
                <a:solidFill>
                  <a:schemeClr val="tx1"/>
                </a:solidFill>
                <a:latin typeface="Helvetica" panose="020B0604020202020204" pitchFamily="34" charset="0"/>
                <a:ea typeface="MS PGothic" panose="020B0600070205080204" pitchFamily="34" charset="-128"/>
              </a:defRPr>
            </a:lvl5pPr>
            <a:lvl6pPr marL="25146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fld id="{2470FF04-BD4D-47CF-853F-6CFC89ED42D1}" type="slidenum">
              <a:rPr lang="en-US" altLang="en-US" sz="1300">
                <a:latin typeface="Times New Roman" panose="02020603050405020304" pitchFamily="18" charset="0"/>
              </a:rPr>
            </a:fld>
            <a:endParaRPr lang="en-US" altLang="en-US" sz="1300">
              <a:latin typeface="Times New Roman" panose="02020603050405020304" pitchFamily="18" charset="0"/>
            </a:endParaRPr>
          </a:p>
        </p:txBody>
      </p:sp>
      <p:sp>
        <p:nvSpPr>
          <p:cNvPr id="62467" name="Rectangle 2"/>
          <p:cNvSpPr>
            <a:spLocks noGrp="1" noRot="1" noChangeAspect="1" noChangeArrowheads="1" noTextEdit="1"/>
          </p:cNvSpPr>
          <p:nvPr>
            <p:ph type="sldImg"/>
          </p:nvPr>
        </p:nvSpPr>
        <p:spPr/>
      </p:sp>
      <p:sp>
        <p:nvSpPr>
          <p:cNvPr id="62468"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sz="1600">
                <a:solidFill>
                  <a:schemeClr val="tx1"/>
                </a:solidFill>
                <a:latin typeface="Helvetica" panose="020B0604020202020204" pitchFamily="34" charset="0"/>
                <a:ea typeface="MS PGothic" panose="020B0600070205080204" pitchFamily="34" charset="-128"/>
              </a:defRPr>
            </a:lvl1pPr>
            <a:lvl2pPr marL="742950" indent="-285750" defTabSz="930275">
              <a:defRPr sz="1600">
                <a:solidFill>
                  <a:schemeClr val="tx1"/>
                </a:solidFill>
                <a:latin typeface="Helvetica" panose="020B0604020202020204" pitchFamily="34" charset="0"/>
                <a:ea typeface="MS PGothic" panose="020B0600070205080204" pitchFamily="34" charset="-128"/>
              </a:defRPr>
            </a:lvl2pPr>
            <a:lvl3pPr marL="1143000" indent="-228600" defTabSz="930275">
              <a:defRPr sz="1600">
                <a:solidFill>
                  <a:schemeClr val="tx1"/>
                </a:solidFill>
                <a:latin typeface="Helvetica" panose="020B0604020202020204" pitchFamily="34" charset="0"/>
                <a:ea typeface="MS PGothic" panose="020B0600070205080204" pitchFamily="34" charset="-128"/>
              </a:defRPr>
            </a:lvl3pPr>
            <a:lvl4pPr marL="1600200" indent="-228600" defTabSz="930275">
              <a:defRPr sz="1600">
                <a:solidFill>
                  <a:schemeClr val="tx1"/>
                </a:solidFill>
                <a:latin typeface="Helvetica" panose="020B0604020202020204" pitchFamily="34" charset="0"/>
                <a:ea typeface="MS PGothic" panose="020B0600070205080204" pitchFamily="34" charset="-128"/>
              </a:defRPr>
            </a:lvl4pPr>
            <a:lvl5pPr marL="2057400" indent="-228600" defTabSz="930275">
              <a:defRPr sz="1600">
                <a:solidFill>
                  <a:schemeClr val="tx1"/>
                </a:solidFill>
                <a:latin typeface="Helvetica" panose="020B0604020202020204" pitchFamily="34" charset="0"/>
                <a:ea typeface="MS PGothic" panose="020B0600070205080204" pitchFamily="34" charset="-128"/>
              </a:defRPr>
            </a:lvl5pPr>
            <a:lvl6pPr marL="25146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fld id="{8C98D951-B8BF-4FE7-8FF8-B9812C3DBA9F}" type="slidenum">
              <a:rPr lang="en-US" altLang="en-US" sz="1300">
                <a:latin typeface="Times New Roman" panose="02020603050405020304" pitchFamily="18" charset="0"/>
              </a:rPr>
            </a:fld>
            <a:endParaRPr lang="en-US" altLang="en-US" sz="1300">
              <a:latin typeface="Times New Roman" panose="02020603050405020304" pitchFamily="18" charset="0"/>
            </a:endParaRPr>
          </a:p>
        </p:txBody>
      </p:sp>
      <p:sp>
        <p:nvSpPr>
          <p:cNvPr id="63491" name="Rectangle 2"/>
          <p:cNvSpPr>
            <a:spLocks noGrp="1" noRot="1" noChangeAspect="1" noChangeArrowheads="1" noTextEdit="1"/>
          </p:cNvSpPr>
          <p:nvPr>
            <p:ph type="sldImg"/>
          </p:nvPr>
        </p:nvSpPr>
        <p:spPr/>
      </p:sp>
      <p:sp>
        <p:nvSpPr>
          <p:cNvPr id="63492"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sz="1600">
                <a:solidFill>
                  <a:schemeClr val="tx1"/>
                </a:solidFill>
                <a:latin typeface="Helvetica" panose="020B0604020202020204" pitchFamily="34" charset="0"/>
                <a:ea typeface="MS PGothic" panose="020B0600070205080204" pitchFamily="34" charset="-128"/>
              </a:defRPr>
            </a:lvl1pPr>
            <a:lvl2pPr marL="742950" indent="-285750" defTabSz="930275">
              <a:defRPr sz="1600">
                <a:solidFill>
                  <a:schemeClr val="tx1"/>
                </a:solidFill>
                <a:latin typeface="Helvetica" panose="020B0604020202020204" pitchFamily="34" charset="0"/>
                <a:ea typeface="MS PGothic" panose="020B0600070205080204" pitchFamily="34" charset="-128"/>
              </a:defRPr>
            </a:lvl2pPr>
            <a:lvl3pPr marL="1143000" indent="-228600" defTabSz="930275">
              <a:defRPr sz="1600">
                <a:solidFill>
                  <a:schemeClr val="tx1"/>
                </a:solidFill>
                <a:latin typeface="Helvetica" panose="020B0604020202020204" pitchFamily="34" charset="0"/>
                <a:ea typeface="MS PGothic" panose="020B0600070205080204" pitchFamily="34" charset="-128"/>
              </a:defRPr>
            </a:lvl3pPr>
            <a:lvl4pPr marL="1600200" indent="-228600" defTabSz="930275">
              <a:defRPr sz="1600">
                <a:solidFill>
                  <a:schemeClr val="tx1"/>
                </a:solidFill>
                <a:latin typeface="Helvetica" panose="020B0604020202020204" pitchFamily="34" charset="0"/>
                <a:ea typeface="MS PGothic" panose="020B0600070205080204" pitchFamily="34" charset="-128"/>
              </a:defRPr>
            </a:lvl4pPr>
            <a:lvl5pPr marL="2057400" indent="-228600" defTabSz="930275">
              <a:defRPr sz="1600">
                <a:solidFill>
                  <a:schemeClr val="tx1"/>
                </a:solidFill>
                <a:latin typeface="Helvetica" panose="020B0604020202020204" pitchFamily="34" charset="0"/>
                <a:ea typeface="MS PGothic" panose="020B0600070205080204" pitchFamily="34" charset="-128"/>
              </a:defRPr>
            </a:lvl5pPr>
            <a:lvl6pPr marL="25146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fld id="{FBAB2A54-CE49-40F1-BE38-E3DCEF43F856}" type="slidenum">
              <a:rPr lang="en-US" altLang="en-US" sz="1300">
                <a:latin typeface="Times New Roman" panose="02020603050405020304" pitchFamily="18" charset="0"/>
              </a:rPr>
            </a:fld>
            <a:endParaRPr lang="en-US" altLang="en-US" sz="1300">
              <a:latin typeface="Times New Roman" panose="02020603050405020304" pitchFamily="18" charset="0"/>
            </a:endParaRPr>
          </a:p>
        </p:txBody>
      </p:sp>
      <p:sp>
        <p:nvSpPr>
          <p:cNvPr id="64515" name="Rectangle 2"/>
          <p:cNvSpPr>
            <a:spLocks noGrp="1" noRot="1" noChangeAspect="1" noChangeArrowheads="1" noTextEdit="1"/>
          </p:cNvSpPr>
          <p:nvPr>
            <p:ph type="sldImg"/>
          </p:nvPr>
        </p:nvSpPr>
        <p:spPr/>
      </p:sp>
      <p:sp>
        <p:nvSpPr>
          <p:cNvPr id="64516"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sz="1600">
                <a:solidFill>
                  <a:schemeClr val="tx1"/>
                </a:solidFill>
                <a:latin typeface="Helvetica" panose="020B0604020202020204" pitchFamily="34" charset="0"/>
                <a:ea typeface="MS PGothic" panose="020B0600070205080204" pitchFamily="34" charset="-128"/>
              </a:defRPr>
            </a:lvl1pPr>
            <a:lvl2pPr marL="742950" indent="-285750" defTabSz="930275">
              <a:defRPr sz="1600">
                <a:solidFill>
                  <a:schemeClr val="tx1"/>
                </a:solidFill>
                <a:latin typeface="Helvetica" panose="020B0604020202020204" pitchFamily="34" charset="0"/>
                <a:ea typeface="MS PGothic" panose="020B0600070205080204" pitchFamily="34" charset="-128"/>
              </a:defRPr>
            </a:lvl2pPr>
            <a:lvl3pPr marL="1143000" indent="-228600" defTabSz="930275">
              <a:defRPr sz="1600">
                <a:solidFill>
                  <a:schemeClr val="tx1"/>
                </a:solidFill>
                <a:latin typeface="Helvetica" panose="020B0604020202020204" pitchFamily="34" charset="0"/>
                <a:ea typeface="MS PGothic" panose="020B0600070205080204" pitchFamily="34" charset="-128"/>
              </a:defRPr>
            </a:lvl3pPr>
            <a:lvl4pPr marL="1600200" indent="-228600" defTabSz="930275">
              <a:defRPr sz="1600">
                <a:solidFill>
                  <a:schemeClr val="tx1"/>
                </a:solidFill>
                <a:latin typeface="Helvetica" panose="020B0604020202020204" pitchFamily="34" charset="0"/>
                <a:ea typeface="MS PGothic" panose="020B0600070205080204" pitchFamily="34" charset="-128"/>
              </a:defRPr>
            </a:lvl4pPr>
            <a:lvl5pPr marL="2057400" indent="-228600" defTabSz="930275">
              <a:defRPr sz="1600">
                <a:solidFill>
                  <a:schemeClr val="tx1"/>
                </a:solidFill>
                <a:latin typeface="Helvetica" panose="020B0604020202020204" pitchFamily="34" charset="0"/>
                <a:ea typeface="MS PGothic" panose="020B0600070205080204" pitchFamily="34" charset="-128"/>
              </a:defRPr>
            </a:lvl5pPr>
            <a:lvl6pPr marL="25146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fld id="{09AF8D3E-D4BC-4C85-BC46-168123D4B1D3}" type="slidenum">
              <a:rPr lang="en-US" altLang="en-US" sz="1300">
                <a:latin typeface="Times New Roman" panose="02020603050405020304" pitchFamily="18" charset="0"/>
              </a:rPr>
            </a:fld>
            <a:endParaRPr lang="en-US" altLang="en-US" sz="1300">
              <a:latin typeface="Times New Roman" panose="02020603050405020304" pitchFamily="18" charset="0"/>
            </a:endParaRPr>
          </a:p>
        </p:txBody>
      </p:sp>
      <p:sp>
        <p:nvSpPr>
          <p:cNvPr id="68611" name="Rectangle 2"/>
          <p:cNvSpPr>
            <a:spLocks noGrp="1" noRot="1" noChangeAspect="1" noChangeArrowheads="1" noTextEdit="1"/>
          </p:cNvSpPr>
          <p:nvPr>
            <p:ph type="sldImg"/>
          </p:nvPr>
        </p:nvSpPr>
        <p:spPr/>
      </p:sp>
      <p:sp>
        <p:nvSpPr>
          <p:cNvPr id="68612"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sz="1600">
                <a:solidFill>
                  <a:schemeClr val="tx1"/>
                </a:solidFill>
                <a:latin typeface="Helvetica" panose="020B0604020202020204" pitchFamily="34" charset="0"/>
                <a:ea typeface="MS PGothic" panose="020B0600070205080204" pitchFamily="34" charset="-128"/>
              </a:defRPr>
            </a:lvl1pPr>
            <a:lvl2pPr marL="742950" indent="-285750" defTabSz="930275">
              <a:defRPr sz="1600">
                <a:solidFill>
                  <a:schemeClr val="tx1"/>
                </a:solidFill>
                <a:latin typeface="Helvetica" panose="020B0604020202020204" pitchFamily="34" charset="0"/>
                <a:ea typeface="MS PGothic" panose="020B0600070205080204" pitchFamily="34" charset="-128"/>
              </a:defRPr>
            </a:lvl2pPr>
            <a:lvl3pPr marL="1143000" indent="-228600" defTabSz="930275">
              <a:defRPr sz="1600">
                <a:solidFill>
                  <a:schemeClr val="tx1"/>
                </a:solidFill>
                <a:latin typeface="Helvetica" panose="020B0604020202020204" pitchFamily="34" charset="0"/>
                <a:ea typeface="MS PGothic" panose="020B0600070205080204" pitchFamily="34" charset="-128"/>
              </a:defRPr>
            </a:lvl3pPr>
            <a:lvl4pPr marL="1600200" indent="-228600" defTabSz="930275">
              <a:defRPr sz="1600">
                <a:solidFill>
                  <a:schemeClr val="tx1"/>
                </a:solidFill>
                <a:latin typeface="Helvetica" panose="020B0604020202020204" pitchFamily="34" charset="0"/>
                <a:ea typeface="MS PGothic" panose="020B0600070205080204" pitchFamily="34" charset="-128"/>
              </a:defRPr>
            </a:lvl4pPr>
            <a:lvl5pPr marL="2057400" indent="-228600" defTabSz="930275">
              <a:defRPr sz="1600">
                <a:solidFill>
                  <a:schemeClr val="tx1"/>
                </a:solidFill>
                <a:latin typeface="Helvetica" panose="020B0604020202020204" pitchFamily="34" charset="0"/>
                <a:ea typeface="MS PGothic" panose="020B0600070205080204" pitchFamily="34" charset="-128"/>
              </a:defRPr>
            </a:lvl5pPr>
            <a:lvl6pPr marL="25146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fld id="{2589F052-F191-428D-AF67-B65E8960DD5C}" type="slidenum">
              <a:rPr lang="en-US" altLang="en-US" sz="1300">
                <a:latin typeface="Times New Roman" panose="02020603050405020304" pitchFamily="18" charset="0"/>
              </a:rPr>
            </a:fld>
            <a:endParaRPr lang="en-US" altLang="en-US" sz="1300">
              <a:latin typeface="Times New Roman" panose="02020603050405020304" pitchFamily="18" charset="0"/>
            </a:endParaRPr>
          </a:p>
        </p:txBody>
      </p:sp>
      <p:sp>
        <p:nvSpPr>
          <p:cNvPr id="69635" name="Rectangle 2"/>
          <p:cNvSpPr>
            <a:spLocks noGrp="1" noRot="1" noChangeAspect="1" noChangeArrowheads="1" noTextEdit="1"/>
          </p:cNvSpPr>
          <p:nvPr>
            <p:ph type="sldImg"/>
          </p:nvPr>
        </p:nvSpPr>
        <p:spPr/>
      </p:sp>
      <p:sp>
        <p:nvSpPr>
          <p:cNvPr id="69636"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sz="1600">
                <a:solidFill>
                  <a:schemeClr val="tx1"/>
                </a:solidFill>
                <a:latin typeface="Helvetica" panose="020B0604020202020204" pitchFamily="34" charset="0"/>
                <a:ea typeface="MS PGothic" panose="020B0600070205080204" pitchFamily="34" charset="-128"/>
              </a:defRPr>
            </a:lvl1pPr>
            <a:lvl2pPr marL="742950" indent="-285750" defTabSz="930275">
              <a:defRPr sz="1600">
                <a:solidFill>
                  <a:schemeClr val="tx1"/>
                </a:solidFill>
                <a:latin typeface="Helvetica" panose="020B0604020202020204" pitchFamily="34" charset="0"/>
                <a:ea typeface="MS PGothic" panose="020B0600070205080204" pitchFamily="34" charset="-128"/>
              </a:defRPr>
            </a:lvl2pPr>
            <a:lvl3pPr marL="1143000" indent="-228600" defTabSz="930275">
              <a:defRPr sz="1600">
                <a:solidFill>
                  <a:schemeClr val="tx1"/>
                </a:solidFill>
                <a:latin typeface="Helvetica" panose="020B0604020202020204" pitchFamily="34" charset="0"/>
                <a:ea typeface="MS PGothic" panose="020B0600070205080204" pitchFamily="34" charset="-128"/>
              </a:defRPr>
            </a:lvl3pPr>
            <a:lvl4pPr marL="1600200" indent="-228600" defTabSz="930275">
              <a:defRPr sz="1600">
                <a:solidFill>
                  <a:schemeClr val="tx1"/>
                </a:solidFill>
                <a:latin typeface="Helvetica" panose="020B0604020202020204" pitchFamily="34" charset="0"/>
                <a:ea typeface="MS PGothic" panose="020B0600070205080204" pitchFamily="34" charset="-128"/>
              </a:defRPr>
            </a:lvl4pPr>
            <a:lvl5pPr marL="2057400" indent="-228600" defTabSz="930275">
              <a:defRPr sz="1600">
                <a:solidFill>
                  <a:schemeClr val="tx1"/>
                </a:solidFill>
                <a:latin typeface="Helvetica" panose="020B0604020202020204" pitchFamily="34" charset="0"/>
                <a:ea typeface="MS PGothic" panose="020B0600070205080204" pitchFamily="34" charset="-128"/>
              </a:defRPr>
            </a:lvl5pPr>
            <a:lvl6pPr marL="25146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fld id="{578FB941-5722-4BA5-84DF-FC78527A2BB7}" type="slidenum">
              <a:rPr lang="en-US" altLang="en-US" sz="1300">
                <a:latin typeface="Times New Roman" panose="02020603050405020304" pitchFamily="18" charset="0"/>
              </a:rPr>
            </a:fld>
            <a:endParaRPr lang="en-US" altLang="en-US" sz="1300">
              <a:latin typeface="Times New Roman" panose="02020603050405020304" pitchFamily="18" charset="0"/>
            </a:endParaRPr>
          </a:p>
        </p:txBody>
      </p:sp>
      <p:sp>
        <p:nvSpPr>
          <p:cNvPr id="71683" name="Rectangle 2"/>
          <p:cNvSpPr>
            <a:spLocks noGrp="1" noRot="1" noChangeAspect="1" noChangeArrowheads="1" noTextEdit="1"/>
          </p:cNvSpPr>
          <p:nvPr>
            <p:ph type="sldImg"/>
          </p:nvPr>
        </p:nvSpPr>
        <p:spPr/>
      </p:sp>
      <p:sp>
        <p:nvSpPr>
          <p:cNvPr id="71684"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sz="1600">
                <a:solidFill>
                  <a:schemeClr val="tx1"/>
                </a:solidFill>
                <a:latin typeface="Helvetica" panose="020B0604020202020204" pitchFamily="34" charset="0"/>
                <a:ea typeface="MS PGothic" panose="020B0600070205080204" pitchFamily="34" charset="-128"/>
              </a:defRPr>
            </a:lvl1pPr>
            <a:lvl2pPr marL="742950" indent="-285750" defTabSz="930275">
              <a:defRPr sz="1600">
                <a:solidFill>
                  <a:schemeClr val="tx1"/>
                </a:solidFill>
                <a:latin typeface="Helvetica" panose="020B0604020202020204" pitchFamily="34" charset="0"/>
                <a:ea typeface="MS PGothic" panose="020B0600070205080204" pitchFamily="34" charset="-128"/>
              </a:defRPr>
            </a:lvl2pPr>
            <a:lvl3pPr marL="1143000" indent="-228600" defTabSz="930275">
              <a:defRPr sz="1600">
                <a:solidFill>
                  <a:schemeClr val="tx1"/>
                </a:solidFill>
                <a:latin typeface="Helvetica" panose="020B0604020202020204" pitchFamily="34" charset="0"/>
                <a:ea typeface="MS PGothic" panose="020B0600070205080204" pitchFamily="34" charset="-128"/>
              </a:defRPr>
            </a:lvl3pPr>
            <a:lvl4pPr marL="1600200" indent="-228600" defTabSz="930275">
              <a:defRPr sz="1600">
                <a:solidFill>
                  <a:schemeClr val="tx1"/>
                </a:solidFill>
                <a:latin typeface="Helvetica" panose="020B0604020202020204" pitchFamily="34" charset="0"/>
                <a:ea typeface="MS PGothic" panose="020B0600070205080204" pitchFamily="34" charset="-128"/>
              </a:defRPr>
            </a:lvl4pPr>
            <a:lvl5pPr marL="2057400" indent="-228600" defTabSz="930275">
              <a:defRPr sz="1600">
                <a:solidFill>
                  <a:schemeClr val="tx1"/>
                </a:solidFill>
                <a:latin typeface="Helvetica" panose="020B0604020202020204" pitchFamily="34" charset="0"/>
                <a:ea typeface="MS PGothic" panose="020B0600070205080204" pitchFamily="34" charset="-128"/>
              </a:defRPr>
            </a:lvl5pPr>
            <a:lvl6pPr marL="25146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fld id="{4937B947-B885-486A-9E0E-5DB5F2D174C2}" type="slidenum">
              <a:rPr lang="en-US" altLang="en-US" sz="1300">
                <a:latin typeface="Times New Roman" panose="02020603050405020304" pitchFamily="18" charset="0"/>
              </a:rPr>
            </a:fld>
            <a:endParaRPr lang="en-US" altLang="en-US" sz="1300">
              <a:latin typeface="Times New Roman" panose="02020603050405020304" pitchFamily="18" charset="0"/>
            </a:endParaRPr>
          </a:p>
        </p:txBody>
      </p:sp>
      <p:sp>
        <p:nvSpPr>
          <p:cNvPr id="72707" name="Rectangle 2"/>
          <p:cNvSpPr>
            <a:spLocks noGrp="1" noRot="1" noChangeAspect="1" noChangeArrowheads="1" noTextEdit="1"/>
          </p:cNvSpPr>
          <p:nvPr>
            <p:ph type="sldImg"/>
          </p:nvPr>
        </p:nvSpPr>
        <p:spPr/>
      </p:sp>
      <p:sp>
        <p:nvSpPr>
          <p:cNvPr id="72708"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sz="1600">
                <a:solidFill>
                  <a:schemeClr val="tx1"/>
                </a:solidFill>
                <a:latin typeface="Helvetica" panose="020B0604020202020204" pitchFamily="34" charset="0"/>
                <a:ea typeface="MS PGothic" panose="020B0600070205080204" pitchFamily="34" charset="-128"/>
              </a:defRPr>
            </a:lvl1pPr>
            <a:lvl2pPr marL="742950" indent="-285750" defTabSz="930275">
              <a:defRPr sz="1600">
                <a:solidFill>
                  <a:schemeClr val="tx1"/>
                </a:solidFill>
                <a:latin typeface="Helvetica" panose="020B0604020202020204" pitchFamily="34" charset="0"/>
                <a:ea typeface="MS PGothic" panose="020B0600070205080204" pitchFamily="34" charset="-128"/>
              </a:defRPr>
            </a:lvl2pPr>
            <a:lvl3pPr marL="1143000" indent="-228600" defTabSz="930275">
              <a:defRPr sz="1600">
                <a:solidFill>
                  <a:schemeClr val="tx1"/>
                </a:solidFill>
                <a:latin typeface="Helvetica" panose="020B0604020202020204" pitchFamily="34" charset="0"/>
                <a:ea typeface="MS PGothic" panose="020B0600070205080204" pitchFamily="34" charset="-128"/>
              </a:defRPr>
            </a:lvl3pPr>
            <a:lvl4pPr marL="1600200" indent="-228600" defTabSz="930275">
              <a:defRPr sz="1600">
                <a:solidFill>
                  <a:schemeClr val="tx1"/>
                </a:solidFill>
                <a:latin typeface="Helvetica" panose="020B0604020202020204" pitchFamily="34" charset="0"/>
                <a:ea typeface="MS PGothic" panose="020B0600070205080204" pitchFamily="34" charset="-128"/>
              </a:defRPr>
            </a:lvl4pPr>
            <a:lvl5pPr marL="2057400" indent="-228600" defTabSz="930275">
              <a:defRPr sz="1600">
                <a:solidFill>
                  <a:schemeClr val="tx1"/>
                </a:solidFill>
                <a:latin typeface="Helvetica" panose="020B0604020202020204" pitchFamily="34" charset="0"/>
                <a:ea typeface="MS PGothic" panose="020B0600070205080204" pitchFamily="34" charset="-128"/>
              </a:defRPr>
            </a:lvl5pPr>
            <a:lvl6pPr marL="25146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fld id="{18F6C2F6-402D-422C-BB49-ADCD5F850701}" type="slidenum">
              <a:rPr lang="en-US" altLang="en-US" sz="1300">
                <a:latin typeface="Times New Roman" panose="02020603050405020304" pitchFamily="18" charset="0"/>
              </a:rPr>
            </a:fld>
            <a:endParaRPr lang="en-US" altLang="en-US" sz="1300">
              <a:latin typeface="Times New Roman" panose="02020603050405020304" pitchFamily="18" charset="0"/>
            </a:endParaRPr>
          </a:p>
        </p:txBody>
      </p:sp>
      <p:sp>
        <p:nvSpPr>
          <p:cNvPr id="73731" name="Rectangle 2"/>
          <p:cNvSpPr>
            <a:spLocks noGrp="1" noRot="1" noChangeAspect="1" noChangeArrowheads="1" noTextEdit="1"/>
          </p:cNvSpPr>
          <p:nvPr>
            <p:ph type="sldImg"/>
          </p:nvPr>
        </p:nvSpPr>
        <p:spPr/>
      </p:sp>
      <p:sp>
        <p:nvSpPr>
          <p:cNvPr id="73732"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sz="1600">
                <a:solidFill>
                  <a:schemeClr val="tx1"/>
                </a:solidFill>
                <a:latin typeface="Helvetica" panose="020B0604020202020204" pitchFamily="34" charset="0"/>
                <a:ea typeface="MS PGothic" panose="020B0600070205080204" pitchFamily="34" charset="-128"/>
              </a:defRPr>
            </a:lvl1pPr>
            <a:lvl2pPr marL="742950" indent="-285750" defTabSz="930275">
              <a:defRPr sz="1600">
                <a:solidFill>
                  <a:schemeClr val="tx1"/>
                </a:solidFill>
                <a:latin typeface="Helvetica" panose="020B0604020202020204" pitchFamily="34" charset="0"/>
                <a:ea typeface="MS PGothic" panose="020B0600070205080204" pitchFamily="34" charset="-128"/>
              </a:defRPr>
            </a:lvl2pPr>
            <a:lvl3pPr marL="1143000" indent="-228600" defTabSz="930275">
              <a:defRPr sz="1600">
                <a:solidFill>
                  <a:schemeClr val="tx1"/>
                </a:solidFill>
                <a:latin typeface="Helvetica" panose="020B0604020202020204" pitchFamily="34" charset="0"/>
                <a:ea typeface="MS PGothic" panose="020B0600070205080204" pitchFamily="34" charset="-128"/>
              </a:defRPr>
            </a:lvl3pPr>
            <a:lvl4pPr marL="1600200" indent="-228600" defTabSz="930275">
              <a:defRPr sz="1600">
                <a:solidFill>
                  <a:schemeClr val="tx1"/>
                </a:solidFill>
                <a:latin typeface="Helvetica" panose="020B0604020202020204" pitchFamily="34" charset="0"/>
                <a:ea typeface="MS PGothic" panose="020B0600070205080204" pitchFamily="34" charset="-128"/>
              </a:defRPr>
            </a:lvl4pPr>
            <a:lvl5pPr marL="2057400" indent="-228600" defTabSz="930275">
              <a:defRPr sz="1600">
                <a:solidFill>
                  <a:schemeClr val="tx1"/>
                </a:solidFill>
                <a:latin typeface="Helvetica" panose="020B0604020202020204" pitchFamily="34" charset="0"/>
                <a:ea typeface="MS PGothic" panose="020B0600070205080204" pitchFamily="34" charset="-128"/>
              </a:defRPr>
            </a:lvl5pPr>
            <a:lvl6pPr marL="25146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fld id="{E6C7905A-2CC2-4593-BC50-F4A9103CA5F9}" type="slidenum">
              <a:rPr lang="en-US" altLang="en-US" sz="1300">
                <a:latin typeface="Times New Roman" panose="02020603050405020304" pitchFamily="18" charset="0"/>
              </a:rPr>
            </a:fld>
            <a:endParaRPr lang="en-US" altLang="en-US" sz="1300">
              <a:latin typeface="Times New Roman" panose="02020603050405020304" pitchFamily="18" charset="0"/>
            </a:endParaRPr>
          </a:p>
        </p:txBody>
      </p:sp>
      <p:sp>
        <p:nvSpPr>
          <p:cNvPr id="74755" name="Rectangle 2"/>
          <p:cNvSpPr>
            <a:spLocks noGrp="1" noRot="1" noChangeAspect="1" noChangeArrowheads="1" noTextEdit="1"/>
          </p:cNvSpPr>
          <p:nvPr>
            <p:ph type="sldImg"/>
          </p:nvPr>
        </p:nvSpPr>
        <p:spPr/>
      </p:sp>
      <p:sp>
        <p:nvSpPr>
          <p:cNvPr id="74756"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sz="1600">
                <a:solidFill>
                  <a:schemeClr val="tx1"/>
                </a:solidFill>
                <a:latin typeface="Helvetica" panose="020B0604020202020204" pitchFamily="34" charset="0"/>
                <a:ea typeface="MS PGothic" panose="020B0600070205080204" pitchFamily="34" charset="-128"/>
              </a:defRPr>
            </a:lvl1pPr>
            <a:lvl2pPr marL="742950" indent="-285750" defTabSz="930275">
              <a:defRPr sz="1600">
                <a:solidFill>
                  <a:schemeClr val="tx1"/>
                </a:solidFill>
                <a:latin typeface="Helvetica" panose="020B0604020202020204" pitchFamily="34" charset="0"/>
                <a:ea typeface="MS PGothic" panose="020B0600070205080204" pitchFamily="34" charset="-128"/>
              </a:defRPr>
            </a:lvl2pPr>
            <a:lvl3pPr marL="1143000" indent="-228600" defTabSz="930275">
              <a:defRPr sz="1600">
                <a:solidFill>
                  <a:schemeClr val="tx1"/>
                </a:solidFill>
                <a:latin typeface="Helvetica" panose="020B0604020202020204" pitchFamily="34" charset="0"/>
                <a:ea typeface="MS PGothic" panose="020B0600070205080204" pitchFamily="34" charset="-128"/>
              </a:defRPr>
            </a:lvl3pPr>
            <a:lvl4pPr marL="1600200" indent="-228600" defTabSz="930275">
              <a:defRPr sz="1600">
                <a:solidFill>
                  <a:schemeClr val="tx1"/>
                </a:solidFill>
                <a:latin typeface="Helvetica" panose="020B0604020202020204" pitchFamily="34" charset="0"/>
                <a:ea typeface="MS PGothic" panose="020B0600070205080204" pitchFamily="34" charset="-128"/>
              </a:defRPr>
            </a:lvl4pPr>
            <a:lvl5pPr marL="2057400" indent="-228600" defTabSz="930275">
              <a:defRPr sz="1600">
                <a:solidFill>
                  <a:schemeClr val="tx1"/>
                </a:solidFill>
                <a:latin typeface="Helvetica" panose="020B0604020202020204" pitchFamily="34" charset="0"/>
                <a:ea typeface="MS PGothic" panose="020B0600070205080204" pitchFamily="34" charset="-128"/>
              </a:defRPr>
            </a:lvl5pPr>
            <a:lvl6pPr marL="25146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fld id="{DB47C592-32BF-47BB-9678-D5FB42722EAA}" type="slidenum">
              <a:rPr lang="en-US" altLang="en-US" sz="1300">
                <a:latin typeface="Times New Roman" panose="02020603050405020304" pitchFamily="18" charset="0"/>
              </a:rPr>
            </a:fld>
            <a:endParaRPr lang="en-US" altLang="en-US" sz="1300">
              <a:latin typeface="Times New Roman" panose="02020603050405020304" pitchFamily="18" charset="0"/>
            </a:endParaRPr>
          </a:p>
        </p:txBody>
      </p:sp>
      <p:sp>
        <p:nvSpPr>
          <p:cNvPr id="75779" name="Rectangle 2"/>
          <p:cNvSpPr>
            <a:spLocks noGrp="1" noRot="1" noChangeAspect="1" noChangeArrowheads="1" noTextEdit="1"/>
          </p:cNvSpPr>
          <p:nvPr>
            <p:ph type="sldImg"/>
          </p:nvPr>
        </p:nvSpPr>
        <p:spPr/>
      </p:sp>
      <p:sp>
        <p:nvSpPr>
          <p:cNvPr id="75780"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sz="1600">
                <a:solidFill>
                  <a:schemeClr val="tx1"/>
                </a:solidFill>
                <a:latin typeface="Helvetica" panose="020B0604020202020204" pitchFamily="34" charset="0"/>
                <a:ea typeface="MS PGothic" panose="020B0600070205080204" pitchFamily="34" charset="-128"/>
              </a:defRPr>
            </a:lvl1pPr>
            <a:lvl2pPr marL="742950" indent="-285750" defTabSz="930275">
              <a:defRPr sz="1600">
                <a:solidFill>
                  <a:schemeClr val="tx1"/>
                </a:solidFill>
                <a:latin typeface="Helvetica" panose="020B0604020202020204" pitchFamily="34" charset="0"/>
                <a:ea typeface="MS PGothic" panose="020B0600070205080204" pitchFamily="34" charset="-128"/>
              </a:defRPr>
            </a:lvl2pPr>
            <a:lvl3pPr marL="1143000" indent="-228600" defTabSz="930275">
              <a:defRPr sz="1600">
                <a:solidFill>
                  <a:schemeClr val="tx1"/>
                </a:solidFill>
                <a:latin typeface="Helvetica" panose="020B0604020202020204" pitchFamily="34" charset="0"/>
                <a:ea typeface="MS PGothic" panose="020B0600070205080204" pitchFamily="34" charset="-128"/>
              </a:defRPr>
            </a:lvl3pPr>
            <a:lvl4pPr marL="1600200" indent="-228600" defTabSz="930275">
              <a:defRPr sz="1600">
                <a:solidFill>
                  <a:schemeClr val="tx1"/>
                </a:solidFill>
                <a:latin typeface="Helvetica" panose="020B0604020202020204" pitchFamily="34" charset="0"/>
                <a:ea typeface="MS PGothic" panose="020B0600070205080204" pitchFamily="34" charset="-128"/>
              </a:defRPr>
            </a:lvl4pPr>
            <a:lvl5pPr marL="2057400" indent="-228600" defTabSz="930275">
              <a:defRPr sz="1600">
                <a:solidFill>
                  <a:schemeClr val="tx1"/>
                </a:solidFill>
                <a:latin typeface="Helvetica" panose="020B0604020202020204" pitchFamily="34" charset="0"/>
                <a:ea typeface="MS PGothic" panose="020B0600070205080204" pitchFamily="34" charset="-128"/>
              </a:defRPr>
            </a:lvl5pPr>
            <a:lvl6pPr marL="25146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fld id="{9955DDF8-1267-474D-9F61-95CB06392C59}" type="slidenum">
              <a:rPr lang="en-US" altLang="en-US" sz="1300">
                <a:latin typeface="Times New Roman" panose="02020603050405020304" pitchFamily="18" charset="0"/>
              </a:rPr>
            </a:fld>
            <a:endParaRPr lang="en-US" altLang="en-US" sz="1300">
              <a:latin typeface="Times New Roman" panose="02020603050405020304" pitchFamily="18" charset="0"/>
            </a:endParaRPr>
          </a:p>
        </p:txBody>
      </p:sp>
      <p:sp>
        <p:nvSpPr>
          <p:cNvPr id="76803" name="Rectangle 2"/>
          <p:cNvSpPr>
            <a:spLocks noGrp="1" noRot="1" noChangeAspect="1" noChangeArrowheads="1" noTextEdit="1"/>
          </p:cNvSpPr>
          <p:nvPr>
            <p:ph type="sldImg"/>
          </p:nvPr>
        </p:nvSpPr>
        <p:spPr/>
      </p:sp>
      <p:sp>
        <p:nvSpPr>
          <p:cNvPr id="76804"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sz="1600">
                <a:solidFill>
                  <a:schemeClr val="tx1"/>
                </a:solidFill>
                <a:latin typeface="Helvetica" panose="020B0604020202020204" pitchFamily="34" charset="0"/>
                <a:ea typeface="MS PGothic" panose="020B0600070205080204" pitchFamily="34" charset="-128"/>
              </a:defRPr>
            </a:lvl1pPr>
            <a:lvl2pPr marL="742950" indent="-285750" defTabSz="930275">
              <a:defRPr sz="1600">
                <a:solidFill>
                  <a:schemeClr val="tx1"/>
                </a:solidFill>
                <a:latin typeface="Helvetica" panose="020B0604020202020204" pitchFamily="34" charset="0"/>
                <a:ea typeface="MS PGothic" panose="020B0600070205080204" pitchFamily="34" charset="-128"/>
              </a:defRPr>
            </a:lvl2pPr>
            <a:lvl3pPr marL="1143000" indent="-228600" defTabSz="930275">
              <a:defRPr sz="1600">
                <a:solidFill>
                  <a:schemeClr val="tx1"/>
                </a:solidFill>
                <a:latin typeface="Helvetica" panose="020B0604020202020204" pitchFamily="34" charset="0"/>
                <a:ea typeface="MS PGothic" panose="020B0600070205080204" pitchFamily="34" charset="-128"/>
              </a:defRPr>
            </a:lvl3pPr>
            <a:lvl4pPr marL="1600200" indent="-228600" defTabSz="930275">
              <a:defRPr sz="1600">
                <a:solidFill>
                  <a:schemeClr val="tx1"/>
                </a:solidFill>
                <a:latin typeface="Helvetica" panose="020B0604020202020204" pitchFamily="34" charset="0"/>
                <a:ea typeface="MS PGothic" panose="020B0600070205080204" pitchFamily="34" charset="-128"/>
              </a:defRPr>
            </a:lvl4pPr>
            <a:lvl5pPr marL="2057400" indent="-228600" defTabSz="930275">
              <a:defRPr sz="1600">
                <a:solidFill>
                  <a:schemeClr val="tx1"/>
                </a:solidFill>
                <a:latin typeface="Helvetica" panose="020B0604020202020204" pitchFamily="34" charset="0"/>
                <a:ea typeface="MS PGothic" panose="020B0600070205080204" pitchFamily="34" charset="-128"/>
              </a:defRPr>
            </a:lvl5pPr>
            <a:lvl6pPr marL="25146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fld id="{23F68DF0-6905-4D9D-ACCA-81F50CE25A46}" type="slidenum">
              <a:rPr lang="en-US" altLang="en-US" sz="1300">
                <a:latin typeface="Times New Roman" panose="02020603050405020304" pitchFamily="18" charset="0"/>
              </a:rPr>
            </a:fld>
            <a:endParaRPr lang="en-US" altLang="en-US" sz="1300">
              <a:latin typeface="Times New Roman" panose="02020603050405020304" pitchFamily="18" charset="0"/>
            </a:endParaRPr>
          </a:p>
        </p:txBody>
      </p:sp>
      <p:sp>
        <p:nvSpPr>
          <p:cNvPr id="77827" name="Rectangle 2"/>
          <p:cNvSpPr>
            <a:spLocks noGrp="1" noRot="1" noChangeAspect="1" noChangeArrowheads="1" noTextEdit="1"/>
          </p:cNvSpPr>
          <p:nvPr>
            <p:ph type="sldImg"/>
          </p:nvPr>
        </p:nvSpPr>
        <p:spPr/>
      </p:sp>
      <p:sp>
        <p:nvSpPr>
          <p:cNvPr id="77828"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sz="1600">
                <a:solidFill>
                  <a:schemeClr val="tx1"/>
                </a:solidFill>
                <a:latin typeface="Helvetica" panose="020B0604020202020204" pitchFamily="34" charset="0"/>
                <a:ea typeface="MS PGothic" panose="020B0600070205080204" pitchFamily="34" charset="-128"/>
              </a:defRPr>
            </a:lvl1pPr>
            <a:lvl2pPr marL="742950" indent="-285750" defTabSz="930275">
              <a:defRPr sz="1600">
                <a:solidFill>
                  <a:schemeClr val="tx1"/>
                </a:solidFill>
                <a:latin typeface="Helvetica" panose="020B0604020202020204" pitchFamily="34" charset="0"/>
                <a:ea typeface="MS PGothic" panose="020B0600070205080204" pitchFamily="34" charset="-128"/>
              </a:defRPr>
            </a:lvl2pPr>
            <a:lvl3pPr marL="1143000" indent="-228600" defTabSz="930275">
              <a:defRPr sz="1600">
                <a:solidFill>
                  <a:schemeClr val="tx1"/>
                </a:solidFill>
                <a:latin typeface="Helvetica" panose="020B0604020202020204" pitchFamily="34" charset="0"/>
                <a:ea typeface="MS PGothic" panose="020B0600070205080204" pitchFamily="34" charset="-128"/>
              </a:defRPr>
            </a:lvl3pPr>
            <a:lvl4pPr marL="1600200" indent="-228600" defTabSz="930275">
              <a:defRPr sz="1600">
                <a:solidFill>
                  <a:schemeClr val="tx1"/>
                </a:solidFill>
                <a:latin typeface="Helvetica" panose="020B0604020202020204" pitchFamily="34" charset="0"/>
                <a:ea typeface="MS PGothic" panose="020B0600070205080204" pitchFamily="34" charset="-128"/>
              </a:defRPr>
            </a:lvl4pPr>
            <a:lvl5pPr marL="2057400" indent="-228600" defTabSz="930275">
              <a:defRPr sz="1600">
                <a:solidFill>
                  <a:schemeClr val="tx1"/>
                </a:solidFill>
                <a:latin typeface="Helvetica" panose="020B0604020202020204" pitchFamily="34" charset="0"/>
                <a:ea typeface="MS PGothic" panose="020B0600070205080204" pitchFamily="34" charset="-128"/>
              </a:defRPr>
            </a:lvl5pPr>
            <a:lvl6pPr marL="25146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fld id="{07114055-A8AE-4C05-AC7A-46A0B6A29489}" type="slidenum">
              <a:rPr lang="en-US" altLang="en-US" sz="1300">
                <a:latin typeface="Times New Roman" panose="02020603050405020304" pitchFamily="18" charset="0"/>
              </a:rPr>
            </a:fld>
            <a:endParaRPr lang="en-US" altLang="en-US" sz="1300">
              <a:latin typeface="Times New Roman" panose="02020603050405020304" pitchFamily="18" charset="0"/>
            </a:endParaRPr>
          </a:p>
        </p:txBody>
      </p:sp>
      <p:sp>
        <p:nvSpPr>
          <p:cNvPr id="78851" name="Rectangle 2"/>
          <p:cNvSpPr>
            <a:spLocks noGrp="1" noRot="1" noChangeAspect="1" noChangeArrowheads="1" noTextEdit="1"/>
          </p:cNvSpPr>
          <p:nvPr>
            <p:ph type="sldImg"/>
          </p:nvPr>
        </p:nvSpPr>
        <p:spPr/>
      </p:sp>
      <p:sp>
        <p:nvSpPr>
          <p:cNvPr id="78852"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sz="1600">
                <a:solidFill>
                  <a:schemeClr val="tx1"/>
                </a:solidFill>
                <a:latin typeface="Helvetica" panose="020B0604020202020204" pitchFamily="34" charset="0"/>
                <a:ea typeface="MS PGothic" panose="020B0600070205080204" pitchFamily="34" charset="-128"/>
              </a:defRPr>
            </a:lvl1pPr>
            <a:lvl2pPr marL="742950" indent="-285750" defTabSz="930275">
              <a:defRPr sz="1600">
                <a:solidFill>
                  <a:schemeClr val="tx1"/>
                </a:solidFill>
                <a:latin typeface="Helvetica" panose="020B0604020202020204" pitchFamily="34" charset="0"/>
                <a:ea typeface="MS PGothic" panose="020B0600070205080204" pitchFamily="34" charset="-128"/>
              </a:defRPr>
            </a:lvl2pPr>
            <a:lvl3pPr marL="1143000" indent="-228600" defTabSz="930275">
              <a:defRPr sz="1600">
                <a:solidFill>
                  <a:schemeClr val="tx1"/>
                </a:solidFill>
                <a:latin typeface="Helvetica" panose="020B0604020202020204" pitchFamily="34" charset="0"/>
                <a:ea typeface="MS PGothic" panose="020B0600070205080204" pitchFamily="34" charset="-128"/>
              </a:defRPr>
            </a:lvl3pPr>
            <a:lvl4pPr marL="1600200" indent="-228600" defTabSz="930275">
              <a:defRPr sz="1600">
                <a:solidFill>
                  <a:schemeClr val="tx1"/>
                </a:solidFill>
                <a:latin typeface="Helvetica" panose="020B0604020202020204" pitchFamily="34" charset="0"/>
                <a:ea typeface="MS PGothic" panose="020B0600070205080204" pitchFamily="34" charset="-128"/>
              </a:defRPr>
            </a:lvl4pPr>
            <a:lvl5pPr marL="2057400" indent="-228600" defTabSz="930275">
              <a:defRPr sz="1600">
                <a:solidFill>
                  <a:schemeClr val="tx1"/>
                </a:solidFill>
                <a:latin typeface="Helvetica" panose="020B0604020202020204" pitchFamily="34" charset="0"/>
                <a:ea typeface="MS PGothic" panose="020B0600070205080204" pitchFamily="34" charset="-128"/>
              </a:defRPr>
            </a:lvl5pPr>
            <a:lvl6pPr marL="25146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fld id="{8D4DD0DF-53A0-4666-9689-6AAB81C4795A}" type="slidenum">
              <a:rPr lang="en-US" altLang="en-US" sz="1300">
                <a:latin typeface="Times New Roman" panose="02020603050405020304" pitchFamily="18" charset="0"/>
              </a:rPr>
            </a:fld>
            <a:endParaRPr lang="en-US" altLang="en-US" sz="1300">
              <a:latin typeface="Times New Roman" panose="02020603050405020304" pitchFamily="18" charset="0"/>
            </a:endParaRPr>
          </a:p>
        </p:txBody>
      </p:sp>
      <p:sp>
        <p:nvSpPr>
          <p:cNvPr id="79875" name="Rectangle 2"/>
          <p:cNvSpPr>
            <a:spLocks noGrp="1" noRot="1" noChangeAspect="1" noChangeArrowheads="1" noTextEdit="1"/>
          </p:cNvSpPr>
          <p:nvPr>
            <p:ph type="sldImg"/>
          </p:nvPr>
        </p:nvSpPr>
        <p:spPr/>
      </p:sp>
      <p:sp>
        <p:nvSpPr>
          <p:cNvPr id="79876"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sz="1600">
                <a:solidFill>
                  <a:schemeClr val="tx1"/>
                </a:solidFill>
                <a:latin typeface="Helvetica" panose="020B0604020202020204" pitchFamily="34" charset="0"/>
                <a:ea typeface="MS PGothic" panose="020B0600070205080204" pitchFamily="34" charset="-128"/>
              </a:defRPr>
            </a:lvl1pPr>
            <a:lvl2pPr marL="742950" indent="-285750" defTabSz="930275">
              <a:defRPr sz="1600">
                <a:solidFill>
                  <a:schemeClr val="tx1"/>
                </a:solidFill>
                <a:latin typeface="Helvetica" panose="020B0604020202020204" pitchFamily="34" charset="0"/>
                <a:ea typeface="MS PGothic" panose="020B0600070205080204" pitchFamily="34" charset="-128"/>
              </a:defRPr>
            </a:lvl2pPr>
            <a:lvl3pPr marL="1143000" indent="-228600" defTabSz="930275">
              <a:defRPr sz="1600">
                <a:solidFill>
                  <a:schemeClr val="tx1"/>
                </a:solidFill>
                <a:latin typeface="Helvetica" panose="020B0604020202020204" pitchFamily="34" charset="0"/>
                <a:ea typeface="MS PGothic" panose="020B0600070205080204" pitchFamily="34" charset="-128"/>
              </a:defRPr>
            </a:lvl3pPr>
            <a:lvl4pPr marL="1600200" indent="-228600" defTabSz="930275">
              <a:defRPr sz="1600">
                <a:solidFill>
                  <a:schemeClr val="tx1"/>
                </a:solidFill>
                <a:latin typeface="Helvetica" panose="020B0604020202020204" pitchFamily="34" charset="0"/>
                <a:ea typeface="MS PGothic" panose="020B0600070205080204" pitchFamily="34" charset="-128"/>
              </a:defRPr>
            </a:lvl4pPr>
            <a:lvl5pPr marL="2057400" indent="-228600" defTabSz="930275">
              <a:defRPr sz="1600">
                <a:solidFill>
                  <a:schemeClr val="tx1"/>
                </a:solidFill>
                <a:latin typeface="Helvetica" panose="020B0604020202020204" pitchFamily="34" charset="0"/>
                <a:ea typeface="MS PGothic" panose="020B0600070205080204" pitchFamily="34" charset="-128"/>
              </a:defRPr>
            </a:lvl5pPr>
            <a:lvl6pPr marL="25146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fld id="{4BBB09A6-5E06-46D1-A99F-E344CBBF67B7}" type="slidenum">
              <a:rPr lang="en-US" altLang="en-US" sz="1300">
                <a:latin typeface="Times New Roman" panose="02020603050405020304" pitchFamily="18" charset="0"/>
              </a:rPr>
            </a:fld>
            <a:endParaRPr lang="en-US" altLang="en-US" sz="1300">
              <a:latin typeface="Times New Roman" panose="02020603050405020304" pitchFamily="18" charset="0"/>
            </a:endParaRPr>
          </a:p>
        </p:txBody>
      </p:sp>
      <p:sp>
        <p:nvSpPr>
          <p:cNvPr id="80899" name="Rectangle 2"/>
          <p:cNvSpPr>
            <a:spLocks noGrp="1" noRot="1" noChangeAspect="1" noChangeArrowheads="1" noTextEdit="1"/>
          </p:cNvSpPr>
          <p:nvPr>
            <p:ph type="sldImg"/>
          </p:nvPr>
        </p:nvSpPr>
        <p:spPr/>
      </p:sp>
      <p:sp>
        <p:nvSpPr>
          <p:cNvPr id="80900"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p:nvPr>
        </p:nvSpPr>
        <p:spPr/>
      </p:sp>
      <p:sp>
        <p:nvSpPr>
          <p:cNvPr id="3" name="文本占位符 2"/>
          <p:cNvSpPr>
            <a:spLocks noGrp="1"/>
          </p:cNvSpPr>
          <p:nvPr>
            <p:ph type="body" idx="1"/>
          </p:nvPr>
        </p:nvSpPr>
        <p:spPr/>
        <p:txBody>
          <a:bodyPr/>
          <a:p>
            <a:endParaRPr lang="en-US" altLang="zh-CN"/>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5" Type="http://schemas.openxmlformats.org/officeDocument/2006/relationships/tags" Target="../tags/tag4.xml"/><Relationship Id="rId4" Type="http://schemas.openxmlformats.org/officeDocument/2006/relationships/tags" Target="../tags/tag3.xml"/><Relationship Id="rId3" Type="http://schemas.openxmlformats.org/officeDocument/2006/relationships/tags" Target="../tags/tag2.xml"/><Relationship Id="rId2" Type="http://schemas.openxmlformats.org/officeDocument/2006/relationships/tags" Target="../tags/tag1.xml"/><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43000" y="842183"/>
            <a:ext cx="6858000" cy="1790680"/>
          </a:xfrm>
        </p:spPr>
        <p:txBody>
          <a:bodyPr anchor="b"/>
          <a:lstStyle>
            <a:lvl1pPr algn="ctr">
              <a:defRPr sz="3800"/>
            </a:lvl1pPr>
          </a:lstStyle>
          <a:p>
            <a:r>
              <a:rPr lang="en-US"/>
              <a:t>Click to edit Master title style</a:t>
            </a:r>
            <a:endParaRPr lang="en-US"/>
          </a:p>
        </p:txBody>
      </p:sp>
      <p:sp>
        <p:nvSpPr>
          <p:cNvPr id="3" name="Subtitle 2"/>
          <p:cNvSpPr>
            <a:spLocks noGrp="1"/>
          </p:cNvSpPr>
          <p:nvPr>
            <p:ph type="subTitle" idx="1"/>
          </p:nvPr>
        </p:nvSpPr>
        <p:spPr>
          <a:xfrm>
            <a:off x="1143000" y="2701508"/>
            <a:ext cx="6858000" cy="1241505"/>
          </a:xfrm>
        </p:spPr>
        <p:txBody>
          <a:bodyPr/>
          <a:lstStyle>
            <a:lvl1pPr marL="0" indent="0" algn="ctr">
              <a:buNone/>
              <a:defRPr sz="1600"/>
            </a:lvl1pPr>
            <a:lvl2pPr marL="287020" indent="0" algn="ctr">
              <a:buNone/>
              <a:defRPr sz="1200"/>
            </a:lvl2pPr>
            <a:lvl3pPr marL="574040" indent="0" algn="ctr">
              <a:buNone/>
              <a:defRPr sz="1200"/>
            </a:lvl3pPr>
            <a:lvl4pPr marL="861060" indent="0" algn="ctr">
              <a:buNone/>
              <a:defRPr sz="1100"/>
            </a:lvl4pPr>
            <a:lvl5pPr marL="1148080" indent="0" algn="ctr">
              <a:buNone/>
              <a:defRPr sz="1100"/>
            </a:lvl5pPr>
            <a:lvl6pPr marL="1435100" indent="0" algn="ctr">
              <a:buNone/>
              <a:defRPr sz="1100"/>
            </a:lvl6pPr>
            <a:lvl7pPr marL="1722120" indent="0" algn="ctr">
              <a:buNone/>
              <a:defRPr sz="1100"/>
            </a:lvl7pPr>
            <a:lvl8pPr marL="2009140" indent="0" algn="ctr">
              <a:buNone/>
              <a:defRPr sz="1100"/>
            </a:lvl8pPr>
            <a:lvl9pPr marL="2295525" indent="0" algn="ctr">
              <a:buNone/>
              <a:defRPr sz="1100"/>
            </a:lvl9pPr>
          </a:lstStyle>
          <a:p>
            <a:r>
              <a:rPr lang="en-US"/>
              <a:t>Click to edit Master subtitle style</a:t>
            </a:r>
            <a:endParaRPr lang="en-US"/>
          </a:p>
        </p:txBody>
      </p:sp>
      <p:sp>
        <p:nvSpPr>
          <p:cNvPr id="4" name="Rectangle 5"/>
          <p:cNvSpPr>
            <a:spLocks noGrp="1"/>
          </p:cNvSpPr>
          <p:nvPr>
            <p:ph type="sldNum" sz="quarter" idx="10"/>
          </p:nvPr>
        </p:nvSpPr>
        <p:spPr/>
        <p:txBody>
          <a:bodyPr/>
          <a:lstStyle>
            <a:lvl1pPr>
              <a:defRPr/>
            </a:lvl1pPr>
          </a:lstStyle>
          <a:p>
            <a:fld id="{606C9A41-D864-428D-9C31-5294F3735FA1}" type="slidenum">
              <a:rPr lang="en-US" altLang="en-US"/>
            </a:fld>
            <a:endParaRPr lang="en-US"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Content Placeholder 2"/>
          <p:cNvSpPr>
            <a:spLocks noGrp="1"/>
          </p:cNvSpPr>
          <p:nvPr>
            <p:ph idx="1"/>
          </p:nvPr>
        </p:nvSpPr>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Rectangle 5"/>
          <p:cNvSpPr>
            <a:spLocks noGrp="1"/>
          </p:cNvSpPr>
          <p:nvPr>
            <p:ph type="sldNum" sz="quarter" idx="10"/>
          </p:nvPr>
        </p:nvSpPr>
        <p:spPr/>
        <p:txBody>
          <a:bodyPr/>
          <a:lstStyle>
            <a:lvl1pPr>
              <a:defRPr/>
            </a:lvl1pPr>
          </a:lstStyle>
          <a:p>
            <a:fld id="{C4BFCE12-62F8-4935-B4B3-E8FB1AC9A4A0}" type="slidenum">
              <a:rPr lang="en-US" altLang="en-US"/>
            </a:fld>
            <a:endParaRPr lang="en-US"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964" y="1282528"/>
            <a:ext cx="7887146" cy="2138940"/>
          </a:xfrm>
        </p:spPr>
        <p:txBody>
          <a:bodyPr anchor="b"/>
          <a:lstStyle>
            <a:lvl1pPr>
              <a:defRPr sz="3800"/>
            </a:lvl1pPr>
          </a:lstStyle>
          <a:p>
            <a:r>
              <a:rPr lang="en-US"/>
              <a:t>Click to edit Master title style</a:t>
            </a:r>
            <a:endParaRPr lang="en-US"/>
          </a:p>
        </p:txBody>
      </p:sp>
      <p:sp>
        <p:nvSpPr>
          <p:cNvPr id="3" name="Text Placeholder 2"/>
          <p:cNvSpPr>
            <a:spLocks noGrp="1"/>
          </p:cNvSpPr>
          <p:nvPr>
            <p:ph type="body" idx="1"/>
          </p:nvPr>
        </p:nvSpPr>
        <p:spPr>
          <a:xfrm>
            <a:off x="623964" y="3442396"/>
            <a:ext cx="7887146" cy="1125141"/>
          </a:xfrm>
        </p:spPr>
        <p:txBody>
          <a:bodyPr/>
          <a:lstStyle>
            <a:lvl1pPr marL="0" indent="0">
              <a:buNone/>
              <a:defRPr sz="1600"/>
            </a:lvl1pPr>
            <a:lvl2pPr marL="287020" indent="0">
              <a:buNone/>
              <a:defRPr sz="1200"/>
            </a:lvl2pPr>
            <a:lvl3pPr marL="574040" indent="0">
              <a:buNone/>
              <a:defRPr sz="1200"/>
            </a:lvl3pPr>
            <a:lvl4pPr marL="861060" indent="0">
              <a:buNone/>
              <a:defRPr sz="1100"/>
            </a:lvl4pPr>
            <a:lvl5pPr marL="1148080" indent="0">
              <a:buNone/>
              <a:defRPr sz="1100"/>
            </a:lvl5pPr>
            <a:lvl6pPr marL="1435100" indent="0">
              <a:buNone/>
              <a:defRPr sz="1100"/>
            </a:lvl6pPr>
            <a:lvl7pPr marL="1722120" indent="0">
              <a:buNone/>
              <a:defRPr sz="1100"/>
            </a:lvl7pPr>
            <a:lvl8pPr marL="2009140" indent="0">
              <a:buNone/>
              <a:defRPr sz="1100"/>
            </a:lvl8pPr>
            <a:lvl9pPr marL="2295525" indent="0">
              <a:buNone/>
              <a:defRPr sz="1100"/>
            </a:lvl9pPr>
          </a:lstStyle>
          <a:p>
            <a:pPr lvl="0"/>
            <a:r>
              <a:rPr lang="en-US"/>
              <a:t>Click to edit Master text styles</a:t>
            </a:r>
            <a:endParaRPr lang="en-US"/>
          </a:p>
        </p:txBody>
      </p:sp>
      <p:sp>
        <p:nvSpPr>
          <p:cNvPr id="4" name="Rectangle 5"/>
          <p:cNvSpPr>
            <a:spLocks noGrp="1"/>
          </p:cNvSpPr>
          <p:nvPr>
            <p:ph type="sldNum" sz="quarter" idx="10"/>
          </p:nvPr>
        </p:nvSpPr>
        <p:spPr/>
        <p:txBody>
          <a:bodyPr/>
          <a:lstStyle>
            <a:lvl1pPr>
              <a:defRPr/>
            </a:lvl1pPr>
          </a:lstStyle>
          <a:p>
            <a:fld id="{6EB6FB98-0011-4161-BE35-0A73E2FACDA8}" type="slidenum">
              <a:rPr lang="en-US" altLang="en-US"/>
            </a:fld>
            <a:endParaRPr lang="en-US"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Content Placeholder 2"/>
          <p:cNvSpPr>
            <a:spLocks noGrp="1"/>
          </p:cNvSpPr>
          <p:nvPr>
            <p:ph sz="half" idx="1"/>
          </p:nvPr>
        </p:nvSpPr>
        <p:spPr>
          <a:xfrm>
            <a:off x="348258" y="719117"/>
            <a:ext cx="4169049" cy="4049336"/>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Content Placeholder 3"/>
          <p:cNvSpPr>
            <a:spLocks noGrp="1"/>
          </p:cNvSpPr>
          <p:nvPr>
            <p:ph sz="half" idx="2"/>
          </p:nvPr>
        </p:nvSpPr>
        <p:spPr>
          <a:xfrm>
            <a:off x="4624463" y="719117"/>
            <a:ext cx="4170164" cy="4049336"/>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5" name="Rectangle 5"/>
          <p:cNvSpPr>
            <a:spLocks noGrp="1"/>
          </p:cNvSpPr>
          <p:nvPr>
            <p:ph type="sldNum" sz="quarter" idx="10"/>
          </p:nvPr>
        </p:nvSpPr>
        <p:spPr/>
        <p:txBody>
          <a:bodyPr/>
          <a:lstStyle>
            <a:lvl1pPr>
              <a:defRPr/>
            </a:lvl1pPr>
          </a:lstStyle>
          <a:p>
            <a:fld id="{D2BF4A6C-FF74-409E-AF94-9AA6BEC52E2D}" type="slidenum">
              <a:rPr lang="en-US" altLang="en-US"/>
            </a:fld>
            <a:endParaRPr lang="en-US"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545" y="273752"/>
            <a:ext cx="7887146" cy="994545"/>
          </a:xfrm>
        </p:spPr>
        <p:txBody>
          <a:bodyPr/>
          <a:lstStyle/>
          <a:p>
            <a:r>
              <a:rPr lang="en-US"/>
              <a:t>Click to edit Master title style</a:t>
            </a:r>
            <a:endParaRPr lang="en-US"/>
          </a:p>
        </p:txBody>
      </p:sp>
      <p:sp>
        <p:nvSpPr>
          <p:cNvPr id="3" name="Text Placeholder 2"/>
          <p:cNvSpPr>
            <a:spLocks noGrp="1"/>
          </p:cNvSpPr>
          <p:nvPr>
            <p:ph type="body" idx="1"/>
          </p:nvPr>
        </p:nvSpPr>
        <p:spPr>
          <a:xfrm>
            <a:off x="629544" y="1260762"/>
            <a:ext cx="3868788" cy="617822"/>
          </a:xfrm>
        </p:spPr>
        <p:txBody>
          <a:bodyPr anchor="b"/>
          <a:lstStyle>
            <a:lvl1pPr marL="0" indent="0">
              <a:buNone/>
              <a:defRPr sz="1600" b="1"/>
            </a:lvl1pPr>
            <a:lvl2pPr marL="287020" indent="0">
              <a:buNone/>
              <a:defRPr sz="1200" b="1"/>
            </a:lvl2pPr>
            <a:lvl3pPr marL="574040" indent="0">
              <a:buNone/>
              <a:defRPr sz="1200" b="1"/>
            </a:lvl3pPr>
            <a:lvl4pPr marL="861060" indent="0">
              <a:buNone/>
              <a:defRPr sz="1100" b="1"/>
            </a:lvl4pPr>
            <a:lvl5pPr marL="1148080" indent="0">
              <a:buNone/>
              <a:defRPr sz="1100" b="1"/>
            </a:lvl5pPr>
            <a:lvl6pPr marL="1435100" indent="0">
              <a:buNone/>
              <a:defRPr sz="1100" b="1"/>
            </a:lvl6pPr>
            <a:lvl7pPr marL="1722120" indent="0">
              <a:buNone/>
              <a:defRPr sz="1100" b="1"/>
            </a:lvl7pPr>
            <a:lvl8pPr marL="2009140" indent="0">
              <a:buNone/>
              <a:defRPr sz="1100" b="1"/>
            </a:lvl8pPr>
            <a:lvl9pPr marL="2295525" indent="0">
              <a:buNone/>
              <a:defRPr sz="1100" b="1"/>
            </a:lvl9pPr>
          </a:lstStyle>
          <a:p>
            <a:pPr lvl="0"/>
            <a:r>
              <a:rPr lang="en-US"/>
              <a:t>Click to edit Master text styles</a:t>
            </a:r>
            <a:endParaRPr lang="en-US"/>
          </a:p>
        </p:txBody>
      </p:sp>
      <p:sp>
        <p:nvSpPr>
          <p:cNvPr id="4" name="Content Placeholder 3"/>
          <p:cNvSpPr>
            <a:spLocks noGrp="1"/>
          </p:cNvSpPr>
          <p:nvPr>
            <p:ph sz="half" idx="2"/>
          </p:nvPr>
        </p:nvSpPr>
        <p:spPr>
          <a:xfrm>
            <a:off x="629544" y="1878582"/>
            <a:ext cx="3868788" cy="2763461"/>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5" name="Text Placeholder 4"/>
          <p:cNvSpPr>
            <a:spLocks noGrp="1"/>
          </p:cNvSpPr>
          <p:nvPr>
            <p:ph type="body" sz="quarter" idx="3"/>
          </p:nvPr>
        </p:nvSpPr>
        <p:spPr>
          <a:xfrm>
            <a:off x="4628928" y="1260762"/>
            <a:ext cx="3887762" cy="617822"/>
          </a:xfrm>
        </p:spPr>
        <p:txBody>
          <a:bodyPr anchor="b"/>
          <a:lstStyle>
            <a:lvl1pPr marL="0" indent="0">
              <a:buNone/>
              <a:defRPr sz="1600" b="1"/>
            </a:lvl1pPr>
            <a:lvl2pPr marL="287020" indent="0">
              <a:buNone/>
              <a:defRPr sz="1200" b="1"/>
            </a:lvl2pPr>
            <a:lvl3pPr marL="574040" indent="0">
              <a:buNone/>
              <a:defRPr sz="1200" b="1"/>
            </a:lvl3pPr>
            <a:lvl4pPr marL="861060" indent="0">
              <a:buNone/>
              <a:defRPr sz="1100" b="1"/>
            </a:lvl4pPr>
            <a:lvl5pPr marL="1148080" indent="0">
              <a:buNone/>
              <a:defRPr sz="1100" b="1"/>
            </a:lvl5pPr>
            <a:lvl6pPr marL="1435100" indent="0">
              <a:buNone/>
              <a:defRPr sz="1100" b="1"/>
            </a:lvl6pPr>
            <a:lvl7pPr marL="1722120" indent="0">
              <a:buNone/>
              <a:defRPr sz="1100" b="1"/>
            </a:lvl7pPr>
            <a:lvl8pPr marL="2009140" indent="0">
              <a:buNone/>
              <a:defRPr sz="1100" b="1"/>
            </a:lvl8pPr>
            <a:lvl9pPr marL="2295525" indent="0">
              <a:buNone/>
              <a:defRPr sz="1100" b="1"/>
            </a:lvl9pPr>
          </a:lstStyle>
          <a:p>
            <a:pPr lvl="0"/>
            <a:r>
              <a:rPr lang="en-US"/>
              <a:t>Click to edit Master text styles</a:t>
            </a:r>
            <a:endParaRPr lang="en-US"/>
          </a:p>
        </p:txBody>
      </p:sp>
      <p:sp>
        <p:nvSpPr>
          <p:cNvPr id="6" name="Content Placeholder 5"/>
          <p:cNvSpPr>
            <a:spLocks noGrp="1"/>
          </p:cNvSpPr>
          <p:nvPr>
            <p:ph sz="quarter" idx="4"/>
          </p:nvPr>
        </p:nvSpPr>
        <p:spPr>
          <a:xfrm>
            <a:off x="4628928" y="1878582"/>
            <a:ext cx="3887762" cy="2763461"/>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7" name="Rectangle 5"/>
          <p:cNvSpPr>
            <a:spLocks noGrp="1"/>
          </p:cNvSpPr>
          <p:nvPr>
            <p:ph type="sldNum" sz="quarter" idx="10"/>
          </p:nvPr>
        </p:nvSpPr>
        <p:spPr/>
        <p:txBody>
          <a:bodyPr/>
          <a:lstStyle>
            <a:lvl1pPr>
              <a:defRPr/>
            </a:lvl1pPr>
          </a:lstStyle>
          <a:p>
            <a:fld id="{F02642A5-B4C1-490D-823B-6F62026E5D0D}" type="slidenum">
              <a:rPr lang="en-US" altLang="en-US"/>
            </a:fld>
            <a:endParaRPr lang="en-US"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Rectangle 5"/>
          <p:cNvSpPr>
            <a:spLocks noGrp="1"/>
          </p:cNvSpPr>
          <p:nvPr>
            <p:ph type="sldNum" sz="quarter" idx="10"/>
          </p:nvPr>
        </p:nvSpPr>
        <p:spPr/>
        <p:txBody>
          <a:bodyPr/>
          <a:lstStyle>
            <a:lvl1pPr>
              <a:defRPr/>
            </a:lvl1pPr>
          </a:lstStyle>
          <a:p>
            <a:fld id="{99B72306-FD3C-4756-B3FD-766F3400AAC9}" type="slidenum">
              <a:rPr lang="en-US" altLang="en-US"/>
            </a:fld>
            <a:endParaRPr lang="en-US"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5"/>
          <p:cNvSpPr>
            <a:spLocks noGrp="1"/>
          </p:cNvSpPr>
          <p:nvPr>
            <p:ph type="sldNum" sz="quarter" idx="10"/>
          </p:nvPr>
        </p:nvSpPr>
        <p:spPr/>
        <p:txBody>
          <a:bodyPr/>
          <a:lstStyle>
            <a:lvl1pPr>
              <a:defRPr/>
            </a:lvl1pPr>
          </a:lstStyle>
          <a:p>
            <a:fld id="{46FCE69C-6874-463F-8672-A48ADE6CA405}" type="slidenum">
              <a:rPr lang="en-US" altLang="en-US"/>
            </a:fld>
            <a:endParaRPr lang="en-US"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544" y="343235"/>
            <a:ext cx="2949029" cy="1199650"/>
          </a:xfrm>
        </p:spPr>
        <p:txBody>
          <a:bodyPr anchor="b"/>
          <a:lstStyle>
            <a:lvl1pPr>
              <a:defRPr sz="2100"/>
            </a:lvl1pPr>
          </a:lstStyle>
          <a:p>
            <a:r>
              <a:rPr lang="en-US"/>
              <a:t>Click to edit Master title style</a:t>
            </a:r>
            <a:endParaRPr lang="en-US"/>
          </a:p>
        </p:txBody>
      </p:sp>
      <p:sp>
        <p:nvSpPr>
          <p:cNvPr id="3" name="Content Placeholder 2"/>
          <p:cNvSpPr>
            <a:spLocks noGrp="1"/>
          </p:cNvSpPr>
          <p:nvPr>
            <p:ph idx="1"/>
          </p:nvPr>
        </p:nvSpPr>
        <p:spPr>
          <a:xfrm>
            <a:off x="3887765" y="740886"/>
            <a:ext cx="4628926" cy="3655035"/>
          </a:xfrm>
        </p:spPr>
        <p:txBody>
          <a:bodyPr/>
          <a:lstStyle>
            <a:lvl1pPr>
              <a:defRPr sz="2100"/>
            </a:lvl1pPr>
            <a:lvl2pPr>
              <a:defRPr sz="1800"/>
            </a:lvl2pPr>
            <a:lvl3pPr>
              <a:defRPr sz="16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Text Placeholder 3"/>
          <p:cNvSpPr>
            <a:spLocks noGrp="1"/>
          </p:cNvSpPr>
          <p:nvPr>
            <p:ph type="body" sz="half" idx="2"/>
          </p:nvPr>
        </p:nvSpPr>
        <p:spPr>
          <a:xfrm>
            <a:off x="629544" y="1542881"/>
            <a:ext cx="2949029" cy="2858895"/>
          </a:xfrm>
        </p:spPr>
        <p:txBody>
          <a:bodyPr/>
          <a:lstStyle>
            <a:lvl1pPr marL="0" indent="0">
              <a:buNone/>
              <a:defRPr sz="1100"/>
            </a:lvl1pPr>
            <a:lvl2pPr marL="287020" indent="0">
              <a:buNone/>
              <a:defRPr sz="900"/>
            </a:lvl2pPr>
            <a:lvl3pPr marL="574040" indent="0">
              <a:buNone/>
              <a:defRPr sz="700"/>
            </a:lvl3pPr>
            <a:lvl4pPr marL="861060" indent="0">
              <a:buNone/>
              <a:defRPr sz="700"/>
            </a:lvl4pPr>
            <a:lvl5pPr marL="1148080" indent="0">
              <a:buNone/>
              <a:defRPr sz="700"/>
            </a:lvl5pPr>
            <a:lvl6pPr marL="1435100" indent="0">
              <a:buNone/>
              <a:defRPr sz="700"/>
            </a:lvl6pPr>
            <a:lvl7pPr marL="1722120" indent="0">
              <a:buNone/>
              <a:defRPr sz="700"/>
            </a:lvl7pPr>
            <a:lvl8pPr marL="2009140" indent="0">
              <a:buNone/>
              <a:defRPr sz="700"/>
            </a:lvl8pPr>
            <a:lvl9pPr marL="2295525" indent="0">
              <a:buNone/>
              <a:defRPr sz="700"/>
            </a:lvl9pPr>
          </a:lstStyle>
          <a:p>
            <a:pPr lvl="0"/>
            <a:r>
              <a:rPr lang="en-US"/>
              <a:t>Click to edit Master text styles</a:t>
            </a:r>
            <a:endParaRPr lang="en-US"/>
          </a:p>
        </p:txBody>
      </p:sp>
      <p:sp>
        <p:nvSpPr>
          <p:cNvPr id="5" name="Rectangle 5"/>
          <p:cNvSpPr>
            <a:spLocks noGrp="1"/>
          </p:cNvSpPr>
          <p:nvPr>
            <p:ph type="sldNum" sz="quarter" idx="10"/>
          </p:nvPr>
        </p:nvSpPr>
        <p:spPr/>
        <p:txBody>
          <a:bodyPr/>
          <a:lstStyle>
            <a:lvl1pPr>
              <a:defRPr/>
            </a:lvl1pPr>
          </a:lstStyle>
          <a:p>
            <a:fld id="{1EA9E2C9-38C0-4E05-A9A0-7FD9158DBDA4}" type="slidenum">
              <a:rPr lang="en-US" altLang="en-US"/>
            </a:fld>
            <a:endParaRPr lang="en-US"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544" y="343235"/>
            <a:ext cx="2949029" cy="1199650"/>
          </a:xfrm>
        </p:spPr>
        <p:txBody>
          <a:bodyPr anchor="b"/>
          <a:lstStyle>
            <a:lvl1pPr>
              <a:defRPr sz="2100"/>
            </a:lvl1pPr>
          </a:lstStyle>
          <a:p>
            <a:r>
              <a:rPr lang="en-US"/>
              <a:t>Click to edit Master title style</a:t>
            </a:r>
            <a:endParaRPr lang="en-US"/>
          </a:p>
        </p:txBody>
      </p:sp>
      <p:sp>
        <p:nvSpPr>
          <p:cNvPr id="3" name="Picture Placeholder 2"/>
          <p:cNvSpPr>
            <a:spLocks noGrp="1"/>
          </p:cNvSpPr>
          <p:nvPr>
            <p:ph type="pic" idx="1"/>
          </p:nvPr>
        </p:nvSpPr>
        <p:spPr>
          <a:xfrm>
            <a:off x="3887765" y="740886"/>
            <a:ext cx="4628926" cy="3655035"/>
          </a:xfrm>
        </p:spPr>
        <p:txBody>
          <a:bodyPr/>
          <a:lstStyle>
            <a:lvl1pPr marL="0" indent="0">
              <a:buNone/>
              <a:defRPr sz="2100"/>
            </a:lvl1pPr>
            <a:lvl2pPr marL="287020" indent="0">
              <a:buNone/>
              <a:defRPr sz="1800"/>
            </a:lvl2pPr>
            <a:lvl3pPr marL="574040" indent="0">
              <a:buNone/>
              <a:defRPr sz="1600"/>
            </a:lvl3pPr>
            <a:lvl4pPr marL="861060" indent="0">
              <a:buNone/>
              <a:defRPr sz="1200"/>
            </a:lvl4pPr>
            <a:lvl5pPr marL="1148080" indent="0">
              <a:buNone/>
              <a:defRPr sz="1200"/>
            </a:lvl5pPr>
            <a:lvl6pPr marL="1435100" indent="0">
              <a:buNone/>
              <a:defRPr sz="1200"/>
            </a:lvl6pPr>
            <a:lvl7pPr marL="1722120" indent="0">
              <a:buNone/>
              <a:defRPr sz="1200"/>
            </a:lvl7pPr>
            <a:lvl8pPr marL="2009140" indent="0">
              <a:buNone/>
              <a:defRPr sz="1200"/>
            </a:lvl8pPr>
            <a:lvl9pPr marL="2295525" indent="0">
              <a:buNone/>
              <a:defRPr sz="1200"/>
            </a:lvl9pPr>
          </a:lstStyle>
          <a:p>
            <a:pPr lvl="0"/>
            <a:endParaRPr lang="en-US" noProof="0">
              <a:sym typeface="Helvetica" panose="020B0604020202020204" pitchFamily="34" charset="0"/>
            </a:endParaRPr>
          </a:p>
        </p:txBody>
      </p:sp>
      <p:sp>
        <p:nvSpPr>
          <p:cNvPr id="4" name="Text Placeholder 3"/>
          <p:cNvSpPr>
            <a:spLocks noGrp="1"/>
          </p:cNvSpPr>
          <p:nvPr>
            <p:ph type="body" sz="half" idx="2"/>
          </p:nvPr>
        </p:nvSpPr>
        <p:spPr>
          <a:xfrm>
            <a:off x="629544" y="1542881"/>
            <a:ext cx="2949029" cy="2858895"/>
          </a:xfrm>
        </p:spPr>
        <p:txBody>
          <a:bodyPr/>
          <a:lstStyle>
            <a:lvl1pPr marL="0" indent="0">
              <a:buNone/>
              <a:defRPr sz="1100"/>
            </a:lvl1pPr>
            <a:lvl2pPr marL="287020" indent="0">
              <a:buNone/>
              <a:defRPr sz="900"/>
            </a:lvl2pPr>
            <a:lvl3pPr marL="574040" indent="0">
              <a:buNone/>
              <a:defRPr sz="700"/>
            </a:lvl3pPr>
            <a:lvl4pPr marL="861060" indent="0">
              <a:buNone/>
              <a:defRPr sz="700"/>
            </a:lvl4pPr>
            <a:lvl5pPr marL="1148080" indent="0">
              <a:buNone/>
              <a:defRPr sz="700"/>
            </a:lvl5pPr>
            <a:lvl6pPr marL="1435100" indent="0">
              <a:buNone/>
              <a:defRPr sz="700"/>
            </a:lvl6pPr>
            <a:lvl7pPr marL="1722120" indent="0">
              <a:buNone/>
              <a:defRPr sz="700"/>
            </a:lvl7pPr>
            <a:lvl8pPr marL="2009140" indent="0">
              <a:buNone/>
              <a:defRPr sz="700"/>
            </a:lvl8pPr>
            <a:lvl9pPr marL="2295525" indent="0">
              <a:buNone/>
              <a:defRPr sz="700"/>
            </a:lvl9pPr>
          </a:lstStyle>
          <a:p>
            <a:pPr lvl="0"/>
            <a:r>
              <a:rPr lang="en-US"/>
              <a:t>Click to edit Master text styles</a:t>
            </a:r>
            <a:endParaRPr lang="en-US"/>
          </a:p>
        </p:txBody>
      </p:sp>
      <p:sp>
        <p:nvSpPr>
          <p:cNvPr id="5" name="Rectangle 5"/>
          <p:cNvSpPr>
            <a:spLocks noGrp="1"/>
          </p:cNvSpPr>
          <p:nvPr>
            <p:ph type="sldNum" sz="quarter" idx="10"/>
          </p:nvPr>
        </p:nvSpPr>
        <p:spPr/>
        <p:txBody>
          <a:bodyPr/>
          <a:lstStyle>
            <a:lvl1pPr>
              <a:defRPr/>
            </a:lvl1pPr>
          </a:lstStyle>
          <a:p>
            <a:fld id="{EB709096-912F-4774-8F9C-D173966EA403}" type="slidenum">
              <a:rPr lang="en-US" altLang="en-US"/>
            </a:fld>
            <a:endParaRPr lang="en-US"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Rectangle 5"/>
          <p:cNvSpPr>
            <a:spLocks noGrp="1"/>
          </p:cNvSpPr>
          <p:nvPr>
            <p:ph type="sldNum" sz="quarter" idx="10"/>
          </p:nvPr>
        </p:nvSpPr>
        <p:spPr/>
        <p:txBody>
          <a:bodyPr/>
          <a:lstStyle>
            <a:lvl1pPr>
              <a:defRPr/>
            </a:lvl1pPr>
          </a:lstStyle>
          <a:p>
            <a:fld id="{4D661447-7998-46BF-B95E-D71DBFFC4D68}" type="slidenum">
              <a:rPr lang="en-US" altLang="en-US"/>
            </a:fld>
            <a:endParaRPr lang="en-US"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83872" y="92928"/>
            <a:ext cx="2110755" cy="4675528"/>
          </a:xfrm>
        </p:spPr>
        <p:txBody>
          <a:bodyPr vert="eaVert"/>
          <a:lstStyle/>
          <a:p>
            <a:r>
              <a:rPr lang="en-US"/>
              <a:t>Click to edit Master title style</a:t>
            </a:r>
            <a:endParaRPr lang="en-US"/>
          </a:p>
        </p:txBody>
      </p:sp>
      <p:sp>
        <p:nvSpPr>
          <p:cNvPr id="3" name="Vertical Text Placeholder 2"/>
          <p:cNvSpPr>
            <a:spLocks noGrp="1"/>
          </p:cNvSpPr>
          <p:nvPr>
            <p:ph type="body" orient="vert" idx="1"/>
          </p:nvPr>
        </p:nvSpPr>
        <p:spPr>
          <a:xfrm>
            <a:off x="348257" y="92928"/>
            <a:ext cx="6228458" cy="4675528"/>
          </a:xfrm>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Rectangle 5"/>
          <p:cNvSpPr>
            <a:spLocks noGrp="1"/>
          </p:cNvSpPr>
          <p:nvPr>
            <p:ph type="sldNum" sz="quarter" idx="10"/>
          </p:nvPr>
        </p:nvSpPr>
        <p:spPr/>
        <p:txBody>
          <a:bodyPr/>
          <a:lstStyle>
            <a:lvl1pPr>
              <a:defRPr/>
            </a:lvl1pPr>
          </a:lstStyle>
          <a:p>
            <a:fld id="{CC14C122-CBE5-46C5-AE21-5F2E3318462A}" type="slidenum">
              <a:rPr lang="en-US" altLang="en-US"/>
            </a:fld>
            <a:endParaRPr lang="en-US"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仅标题">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2"/>
            </p:custDataLst>
          </p:nvPr>
        </p:nvSpPr>
        <p:spPr>
          <a:xfrm>
            <a:off x="521970" y="4767263"/>
            <a:ext cx="2057400" cy="273844"/>
          </a:xfrm>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3"/>
            </p:custDataLst>
          </p:nvPr>
        </p:nvSpPr>
        <p:spPr>
          <a:xfrm>
            <a:off x="3028950" y="4767263"/>
            <a:ext cx="3086100" cy="273844"/>
          </a:xfrm>
        </p:spPr>
        <p:txBody>
          <a:bodyPr/>
          <a:lstStyle/>
          <a:p>
            <a:endParaRPr lang="zh-CN" altLang="en-US" dirty="0"/>
          </a:p>
        </p:txBody>
      </p:sp>
      <p:sp>
        <p:nvSpPr>
          <p:cNvPr id="5" name="灯片编号占位符 4"/>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dirty="0"/>
          </a:p>
        </p:txBody>
      </p:sp>
      <p:sp>
        <p:nvSpPr>
          <p:cNvPr id="6" name="标题 5"/>
          <p:cNvSpPr>
            <a:spLocks noGrp="1"/>
          </p:cNvSpPr>
          <p:nvPr>
            <p:ph type="title"/>
            <p:custDataLst>
              <p:tags r:id="rId5"/>
            </p:custDataLst>
          </p:nvPr>
        </p:nvSpPr>
        <p:spPr/>
        <p:txBody>
          <a:bodyPr/>
          <a:lstStyle>
            <a:lvl1pPr algn="l">
              <a:defRPr/>
            </a:lvl1pPr>
          </a:lstStyle>
          <a:p>
            <a:r>
              <a:rPr lang="zh-CN" altLang="en-US"/>
              <a:t>单击此处编辑母版标题样式</a:t>
            </a:r>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4" Type="http://schemas.openxmlformats.org/officeDocument/2006/relationships/theme" Target="../theme/theme1.xml"/><Relationship Id="rId13" Type="http://schemas.openxmlformats.org/officeDocument/2006/relationships/image" Target="../media/image1.png"/><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bwMode="auto">
      <p:bgPr>
        <a:solidFill>
          <a:srgbClr val="FFFFFF"/>
        </a:solidFill>
        <a:effectLst/>
      </p:bgPr>
    </p:bg>
    <p:spTree>
      <p:nvGrpSpPr>
        <p:cNvPr id="1" name=""/>
        <p:cNvGrpSpPr/>
        <p:nvPr/>
      </p:nvGrpSpPr>
      <p:grpSpPr>
        <a:xfrm>
          <a:off x="0" y="0"/>
          <a:ext cx="0" cy="0"/>
          <a:chOff x="0" y="0"/>
          <a:chExt cx="0" cy="0"/>
        </a:xfrm>
      </p:grpSpPr>
      <p:sp>
        <p:nvSpPr>
          <p:cNvPr id="1026" name="Rectangle 1"/>
          <p:cNvSpPr>
            <a:spLocks noGrp="1"/>
          </p:cNvSpPr>
          <p:nvPr>
            <p:ph type="body" idx="1"/>
          </p:nvPr>
        </p:nvSpPr>
        <p:spPr bwMode="auto">
          <a:xfrm>
            <a:off x="347663" y="719138"/>
            <a:ext cx="8447087" cy="40497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4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31886" tIns="31886" rIns="31886" bIns="31886" numCol="1" anchor="t" anchorCtr="0" compatLnSpc="1"/>
          <a:lstStyle/>
          <a:p>
            <a:pPr lvl="0"/>
            <a:r>
              <a:rPr lang="en-US" altLang="en-US">
                <a:sym typeface="Helvetica" panose="020B0604020202020204" pitchFamily="34" charset="0"/>
              </a:rPr>
              <a:t>Click to edit Template text styles</a:t>
            </a:r>
            <a:endParaRPr lang="en-US" altLang="en-US">
              <a:sym typeface="Helvetica" panose="020B0604020202020204" pitchFamily="34" charset="0"/>
            </a:endParaRPr>
          </a:p>
          <a:p>
            <a:pPr lvl="1"/>
            <a:r>
              <a:rPr lang="en-US" altLang="en-US">
                <a:sym typeface="Helvetica" panose="020B0604020202020204" pitchFamily="34" charset="0"/>
              </a:rPr>
              <a:t>Second level</a:t>
            </a:r>
            <a:endParaRPr lang="en-US" altLang="en-US">
              <a:sym typeface="Helvetica" panose="020B0604020202020204" pitchFamily="34" charset="0"/>
            </a:endParaRPr>
          </a:p>
          <a:p>
            <a:pPr lvl="2"/>
            <a:r>
              <a:rPr lang="en-US" altLang="en-US">
                <a:sym typeface="Helvetica" panose="020B0604020202020204" pitchFamily="34" charset="0"/>
              </a:rPr>
              <a:t>Third level</a:t>
            </a:r>
            <a:endParaRPr lang="en-US" altLang="en-US">
              <a:sym typeface="Helvetica" panose="020B0604020202020204" pitchFamily="34" charset="0"/>
            </a:endParaRPr>
          </a:p>
          <a:p>
            <a:pPr lvl="3"/>
            <a:r>
              <a:rPr lang="en-US" altLang="en-US">
                <a:sym typeface="Helvetica" panose="020B0604020202020204" pitchFamily="34" charset="0"/>
              </a:rPr>
              <a:t>Fourth level</a:t>
            </a:r>
            <a:endParaRPr lang="en-US" altLang="en-US">
              <a:sym typeface="Helvetica" panose="020B0604020202020204" pitchFamily="34" charset="0"/>
            </a:endParaRPr>
          </a:p>
          <a:p>
            <a:pPr lvl="4"/>
            <a:r>
              <a:rPr lang="en-US" altLang="en-US">
                <a:sym typeface="Helvetica" panose="020B0604020202020204" pitchFamily="34" charset="0"/>
              </a:rPr>
              <a:t>Fifth level</a:t>
            </a:r>
            <a:endParaRPr lang="en-US" altLang="en-US">
              <a:sym typeface="Helvetica" panose="020B0604020202020204" pitchFamily="34" charset="0"/>
            </a:endParaRPr>
          </a:p>
        </p:txBody>
      </p:sp>
      <p:sp>
        <p:nvSpPr>
          <p:cNvPr id="1027" name="Rectangle 2"/>
          <p:cNvSpPr>
            <a:spLocks noGrp="1"/>
          </p:cNvSpPr>
          <p:nvPr>
            <p:ph type="title"/>
          </p:nvPr>
        </p:nvSpPr>
        <p:spPr bwMode="auto">
          <a:xfrm>
            <a:off x="500063" y="93663"/>
            <a:ext cx="8143875" cy="4492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4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31886" tIns="31886" rIns="31886" bIns="31886" numCol="1" anchor="t" anchorCtr="0" compatLnSpc="1"/>
          <a:lstStyle/>
          <a:p>
            <a:pPr lvl="0"/>
            <a:r>
              <a:rPr lang="en-US" altLang="en-US">
                <a:sym typeface="Helvetica" panose="020B0604020202020204" pitchFamily="34" charset="0"/>
              </a:rPr>
              <a:t>Click to edit Template title style</a:t>
            </a:r>
            <a:endParaRPr lang="en-US" altLang="en-US">
              <a:sym typeface="Helvetica" panose="020B0604020202020204" pitchFamily="34" charset="0"/>
            </a:endParaRPr>
          </a:p>
        </p:txBody>
      </p:sp>
      <p:pic>
        <p:nvPicPr>
          <p:cNvPr id="1028" name="Picture 3"/>
          <p:cNvPicPr>
            <a:picLocks noChangeAspect="1"/>
          </p:cNvPicPr>
          <p:nvPr/>
        </p:nvPicPr>
        <p:blipFill>
          <a:blip r:embed="rId13" cstate="print">
            <a:extLst>
              <a:ext uri="{28A0092B-C50C-407E-A947-70E740481C1C}">
                <a14:useLocalDpi xmlns:a14="http://schemas.microsoft.com/office/drawing/2010/main" val="0"/>
              </a:ext>
            </a:extLst>
          </a:blip>
          <a:srcRect/>
          <a:stretch>
            <a:fillRect/>
          </a:stretch>
        </p:blipFill>
        <p:spPr bwMode="auto">
          <a:xfrm>
            <a:off x="7005638" y="69850"/>
            <a:ext cx="1851025" cy="3841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4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1029" name="Line 4"/>
          <p:cNvSpPr>
            <a:spLocks noChangeShapeType="1"/>
          </p:cNvSpPr>
          <p:nvPr/>
        </p:nvSpPr>
        <p:spPr bwMode="auto">
          <a:xfrm>
            <a:off x="341313" y="588963"/>
            <a:ext cx="8459787" cy="0"/>
          </a:xfrm>
          <a:prstGeom prst="line">
            <a:avLst/>
          </a:prstGeom>
          <a:noFill/>
          <a:ln w="254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31886" tIns="31886" rIns="31886" bIns="31886" anchor="ctr"/>
          <a:lstStyle/>
          <a:p>
            <a:endParaRPr lang="en-US"/>
          </a:p>
        </p:txBody>
      </p:sp>
      <p:sp>
        <p:nvSpPr>
          <p:cNvPr id="2" name="Rectangle 5"/>
          <p:cNvSpPr>
            <a:spLocks noGrp="1"/>
          </p:cNvSpPr>
          <p:nvPr>
            <p:ph type="sldNum" sz="quarter" idx="2"/>
          </p:nvPr>
        </p:nvSpPr>
        <p:spPr bwMode="auto">
          <a:xfrm>
            <a:off x="4460875" y="4808538"/>
            <a:ext cx="215900" cy="173037"/>
          </a:xfrm>
          <a:prstGeom prst="rect">
            <a:avLst/>
          </a:prstGeom>
          <a:noFill/>
          <a:ln>
            <a:noFill/>
          </a:ln>
          <a:effectLst/>
        </p:spPr>
        <p:txBody>
          <a:bodyPr vert="horz" wrap="none" lIns="31886" tIns="31886" rIns="31886" bIns="31886" numCol="1" anchor="b" anchorCtr="0" compatLnSpc="1"/>
          <a:lstStyle>
            <a:lvl1pPr algn="ctr" defTabSz="1090930" eaLnBrk="1">
              <a:defRPr sz="900">
                <a:solidFill>
                  <a:srgbClr val="5E5E5E"/>
                </a:solidFill>
                <a:latin typeface="Graphik" charset="0"/>
                <a:ea typeface="Graphik" charset="0"/>
                <a:cs typeface="Graphik" charset="0"/>
                <a:sym typeface="Graphik" charset="0"/>
              </a:defRPr>
            </a:lvl1pPr>
          </a:lstStyle>
          <a:p>
            <a:fld id="{B78101D5-FE84-44C9-AB30-8CA2B182F501}" type="slidenum">
              <a:rPr lang="en-US" altLang="en-US"/>
            </a:fld>
            <a:endParaRPr lang="en-US"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1090930" rtl="0" eaLnBrk="0" fontAlgn="base" hangingPunct="0">
        <a:lnSpc>
          <a:spcPct val="70000"/>
        </a:lnSpc>
        <a:spcBef>
          <a:spcPct val="0"/>
        </a:spcBef>
        <a:spcAft>
          <a:spcPct val="0"/>
        </a:spcAft>
        <a:defRPr sz="3600" b="1" kern="1200">
          <a:solidFill>
            <a:srgbClr val="AE0428"/>
          </a:solidFill>
          <a:latin typeface="+mj-lt"/>
          <a:ea typeface="+mj-ea"/>
          <a:cs typeface="+mj-cs"/>
          <a:sym typeface="Helvetica" panose="020B0604020202020204" pitchFamily="34" charset="0"/>
        </a:defRPr>
      </a:lvl1pPr>
      <a:lvl2pPr algn="l" defTabSz="1090930" rtl="0" eaLnBrk="0" fontAlgn="base" hangingPunct="0">
        <a:lnSpc>
          <a:spcPct val="70000"/>
        </a:lnSpc>
        <a:spcBef>
          <a:spcPct val="0"/>
        </a:spcBef>
        <a:spcAft>
          <a:spcPct val="0"/>
        </a:spcAft>
        <a:defRPr sz="3600" b="1">
          <a:solidFill>
            <a:srgbClr val="AE0428"/>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2pPr>
      <a:lvl3pPr algn="l" defTabSz="1090930" rtl="0" eaLnBrk="0" fontAlgn="base" hangingPunct="0">
        <a:lnSpc>
          <a:spcPct val="70000"/>
        </a:lnSpc>
        <a:spcBef>
          <a:spcPct val="0"/>
        </a:spcBef>
        <a:spcAft>
          <a:spcPct val="0"/>
        </a:spcAft>
        <a:defRPr sz="3600" b="1">
          <a:solidFill>
            <a:srgbClr val="AE0428"/>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3pPr>
      <a:lvl4pPr algn="l" defTabSz="1090930" rtl="0" eaLnBrk="0" fontAlgn="base" hangingPunct="0">
        <a:lnSpc>
          <a:spcPct val="70000"/>
        </a:lnSpc>
        <a:spcBef>
          <a:spcPct val="0"/>
        </a:spcBef>
        <a:spcAft>
          <a:spcPct val="0"/>
        </a:spcAft>
        <a:defRPr sz="3600" b="1">
          <a:solidFill>
            <a:srgbClr val="AE0428"/>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4pPr>
      <a:lvl5pPr algn="l" defTabSz="1090930" rtl="0" eaLnBrk="0" fontAlgn="base" hangingPunct="0">
        <a:lnSpc>
          <a:spcPct val="70000"/>
        </a:lnSpc>
        <a:spcBef>
          <a:spcPct val="0"/>
        </a:spcBef>
        <a:spcAft>
          <a:spcPct val="0"/>
        </a:spcAft>
        <a:defRPr sz="3600" b="1">
          <a:solidFill>
            <a:srgbClr val="AE0428"/>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5pPr>
      <a:lvl6pPr marL="287020" algn="l" defTabSz="1092200" rtl="0" fontAlgn="base" hangingPunct="0">
        <a:lnSpc>
          <a:spcPct val="70000"/>
        </a:lnSpc>
        <a:spcBef>
          <a:spcPct val="0"/>
        </a:spcBef>
        <a:spcAft>
          <a:spcPct val="0"/>
        </a:spcAft>
        <a:defRPr sz="3600" b="1">
          <a:solidFill>
            <a:srgbClr val="AE0428"/>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6pPr>
      <a:lvl7pPr marL="574040" algn="l" defTabSz="1092200" rtl="0" fontAlgn="base" hangingPunct="0">
        <a:lnSpc>
          <a:spcPct val="70000"/>
        </a:lnSpc>
        <a:spcBef>
          <a:spcPct val="0"/>
        </a:spcBef>
        <a:spcAft>
          <a:spcPct val="0"/>
        </a:spcAft>
        <a:defRPr sz="3600" b="1">
          <a:solidFill>
            <a:srgbClr val="AE0428"/>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7pPr>
      <a:lvl8pPr marL="861060" algn="l" defTabSz="1092200" rtl="0" fontAlgn="base" hangingPunct="0">
        <a:lnSpc>
          <a:spcPct val="70000"/>
        </a:lnSpc>
        <a:spcBef>
          <a:spcPct val="0"/>
        </a:spcBef>
        <a:spcAft>
          <a:spcPct val="0"/>
        </a:spcAft>
        <a:defRPr sz="3600" b="1">
          <a:solidFill>
            <a:srgbClr val="AE0428"/>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8pPr>
      <a:lvl9pPr marL="1148080" algn="l" defTabSz="1092200" rtl="0" fontAlgn="base" hangingPunct="0">
        <a:lnSpc>
          <a:spcPct val="70000"/>
        </a:lnSpc>
        <a:spcBef>
          <a:spcPct val="0"/>
        </a:spcBef>
        <a:spcAft>
          <a:spcPct val="0"/>
        </a:spcAft>
        <a:defRPr sz="3600" b="1">
          <a:solidFill>
            <a:srgbClr val="AE0428"/>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9pPr>
    </p:titleStyle>
    <p:bodyStyle>
      <a:lvl1pPr marL="263525" indent="-263525" algn="l" defTabSz="1090930" rtl="0" eaLnBrk="0" fontAlgn="base" hangingPunct="0">
        <a:spcBef>
          <a:spcPts val="1250"/>
        </a:spcBef>
        <a:spcAft>
          <a:spcPct val="0"/>
        </a:spcAft>
        <a:buSzPct val="75000"/>
        <a:buChar char="•"/>
        <a:defRPr sz="1900" kern="1200">
          <a:solidFill>
            <a:srgbClr val="000000"/>
          </a:solidFill>
          <a:latin typeface="+mn-lt"/>
          <a:ea typeface="+mn-ea"/>
          <a:cs typeface="+mn-cs"/>
          <a:sym typeface="Helvetica" panose="020B0604020202020204" pitchFamily="34" charset="0"/>
        </a:defRPr>
      </a:lvl1pPr>
      <a:lvl2pPr marL="494030" indent="-246380" algn="l" defTabSz="1090930" rtl="0" eaLnBrk="0" fontAlgn="base" hangingPunct="0">
        <a:spcBef>
          <a:spcPts val="1250"/>
        </a:spcBef>
        <a:spcAft>
          <a:spcPct val="0"/>
        </a:spcAft>
        <a:buSzPct val="175000"/>
        <a:buChar char="•"/>
        <a:defRPr sz="1900" kern="1200">
          <a:solidFill>
            <a:srgbClr val="000000"/>
          </a:solidFill>
          <a:latin typeface="+mn-lt"/>
          <a:ea typeface="+mn-ea"/>
          <a:cs typeface="+mn-cs"/>
          <a:sym typeface="Helvetica" panose="020B0604020202020204" pitchFamily="34" charset="0"/>
        </a:defRPr>
      </a:lvl2pPr>
      <a:lvl3pPr marL="739775" indent="-246380" algn="l" defTabSz="1090930" rtl="0" eaLnBrk="0" fontAlgn="base" hangingPunct="0">
        <a:spcBef>
          <a:spcPts val="1250"/>
        </a:spcBef>
        <a:spcAft>
          <a:spcPct val="0"/>
        </a:spcAft>
        <a:buSzPct val="175000"/>
        <a:buChar char="•"/>
        <a:defRPr sz="1900" kern="1200">
          <a:solidFill>
            <a:srgbClr val="000000"/>
          </a:solidFill>
          <a:latin typeface="+mn-lt"/>
          <a:ea typeface="+mn-ea"/>
          <a:cs typeface="+mn-cs"/>
          <a:sym typeface="Helvetica" panose="020B0604020202020204" pitchFamily="34" charset="0"/>
        </a:defRPr>
      </a:lvl3pPr>
      <a:lvl4pPr marL="987425" indent="-246380" algn="l" defTabSz="1090930" rtl="0" eaLnBrk="0" fontAlgn="base" hangingPunct="0">
        <a:spcBef>
          <a:spcPts val="1250"/>
        </a:spcBef>
        <a:spcAft>
          <a:spcPct val="0"/>
        </a:spcAft>
        <a:buSzPct val="175000"/>
        <a:buChar char="•"/>
        <a:defRPr sz="1900" kern="1200">
          <a:solidFill>
            <a:srgbClr val="000000"/>
          </a:solidFill>
          <a:latin typeface="+mn-lt"/>
          <a:ea typeface="+mn-ea"/>
          <a:cs typeface="+mn-cs"/>
          <a:sym typeface="Helvetica" panose="020B0604020202020204" pitchFamily="34" charset="0"/>
        </a:defRPr>
      </a:lvl4pPr>
      <a:lvl5pPr marL="1235075" indent="-246380" algn="l" defTabSz="1090930" rtl="0" eaLnBrk="0" fontAlgn="base" hangingPunct="0">
        <a:spcBef>
          <a:spcPts val="1250"/>
        </a:spcBef>
        <a:spcAft>
          <a:spcPct val="0"/>
        </a:spcAft>
        <a:buSzPct val="175000"/>
        <a:buChar char="•"/>
        <a:defRPr sz="1900" kern="1200">
          <a:solidFill>
            <a:srgbClr val="000000"/>
          </a:solidFill>
          <a:latin typeface="+mn-lt"/>
          <a:ea typeface="+mn-ea"/>
          <a:cs typeface="+mn-cs"/>
          <a:sym typeface="Helvetica" panose="020B0604020202020204" pitchFamily="34" charset="0"/>
        </a:defRPr>
      </a:lvl5pPr>
      <a:lvl6pPr marL="1578610" indent="-143510" algn="l" defTabSz="574040" rtl="0" eaLnBrk="1" latinLnBrk="0" hangingPunct="1">
        <a:lnSpc>
          <a:spcPct val="90000"/>
        </a:lnSpc>
        <a:spcBef>
          <a:spcPts val="315"/>
        </a:spcBef>
        <a:buFont typeface="Arial" panose="020B0604020202020204" pitchFamily="34" charset="0"/>
        <a:buChar char="•"/>
        <a:defRPr sz="1200" kern="1200">
          <a:solidFill>
            <a:schemeClr val="tx1"/>
          </a:solidFill>
          <a:latin typeface="+mn-lt"/>
          <a:ea typeface="+mn-ea"/>
          <a:cs typeface="+mn-cs"/>
        </a:defRPr>
      </a:lvl6pPr>
      <a:lvl7pPr marL="1865630" indent="-143510" algn="l" defTabSz="574040" rtl="0" eaLnBrk="1" latinLnBrk="0" hangingPunct="1">
        <a:lnSpc>
          <a:spcPct val="90000"/>
        </a:lnSpc>
        <a:spcBef>
          <a:spcPts val="315"/>
        </a:spcBef>
        <a:buFont typeface="Arial" panose="020B0604020202020204" pitchFamily="34" charset="0"/>
        <a:buChar char="•"/>
        <a:defRPr sz="1200" kern="1200">
          <a:solidFill>
            <a:schemeClr val="tx1"/>
          </a:solidFill>
          <a:latin typeface="+mn-lt"/>
          <a:ea typeface="+mn-ea"/>
          <a:cs typeface="+mn-cs"/>
        </a:defRPr>
      </a:lvl7pPr>
      <a:lvl8pPr marL="2152015" indent="-143510" algn="l" defTabSz="574040" rtl="0" eaLnBrk="1" latinLnBrk="0" hangingPunct="1">
        <a:lnSpc>
          <a:spcPct val="90000"/>
        </a:lnSpc>
        <a:spcBef>
          <a:spcPts val="315"/>
        </a:spcBef>
        <a:buFont typeface="Arial" panose="020B0604020202020204" pitchFamily="34" charset="0"/>
        <a:buChar char="•"/>
        <a:defRPr sz="1200" kern="1200">
          <a:solidFill>
            <a:schemeClr val="tx1"/>
          </a:solidFill>
          <a:latin typeface="+mn-lt"/>
          <a:ea typeface="+mn-ea"/>
          <a:cs typeface="+mn-cs"/>
        </a:defRPr>
      </a:lvl8pPr>
      <a:lvl9pPr marL="2439035" indent="-143510" algn="l" defTabSz="574040" rtl="0" eaLnBrk="1" latinLnBrk="0" hangingPunct="1">
        <a:lnSpc>
          <a:spcPct val="90000"/>
        </a:lnSpc>
        <a:spcBef>
          <a:spcPts val="315"/>
        </a:spcBef>
        <a:buFont typeface="Arial" panose="020B0604020202020204" pitchFamily="34" charset="0"/>
        <a:buChar char="•"/>
        <a:defRPr sz="1200" kern="1200">
          <a:solidFill>
            <a:schemeClr val="tx1"/>
          </a:solidFill>
          <a:latin typeface="+mn-lt"/>
          <a:ea typeface="+mn-ea"/>
          <a:cs typeface="+mn-cs"/>
        </a:defRPr>
      </a:lvl9pPr>
    </p:bodyStyle>
    <p:otherStyle>
      <a:defPPr>
        <a:defRPr lang="en-US"/>
      </a:defPPr>
      <a:lvl1pPr marL="0" algn="l" defTabSz="574040" rtl="0" eaLnBrk="1" latinLnBrk="0" hangingPunct="1">
        <a:defRPr sz="1200" kern="1200">
          <a:solidFill>
            <a:schemeClr val="tx1"/>
          </a:solidFill>
          <a:latin typeface="+mn-lt"/>
          <a:ea typeface="+mn-ea"/>
          <a:cs typeface="+mn-cs"/>
        </a:defRPr>
      </a:lvl1pPr>
      <a:lvl2pPr marL="287020" algn="l" defTabSz="574040" rtl="0" eaLnBrk="1" latinLnBrk="0" hangingPunct="1">
        <a:defRPr sz="1200" kern="1200">
          <a:solidFill>
            <a:schemeClr val="tx1"/>
          </a:solidFill>
          <a:latin typeface="+mn-lt"/>
          <a:ea typeface="+mn-ea"/>
          <a:cs typeface="+mn-cs"/>
        </a:defRPr>
      </a:lvl2pPr>
      <a:lvl3pPr marL="574040" algn="l" defTabSz="574040" rtl="0" eaLnBrk="1" latinLnBrk="0" hangingPunct="1">
        <a:defRPr sz="1200" kern="1200">
          <a:solidFill>
            <a:schemeClr val="tx1"/>
          </a:solidFill>
          <a:latin typeface="+mn-lt"/>
          <a:ea typeface="+mn-ea"/>
          <a:cs typeface="+mn-cs"/>
        </a:defRPr>
      </a:lvl3pPr>
      <a:lvl4pPr marL="861060" algn="l" defTabSz="574040" rtl="0" eaLnBrk="1" latinLnBrk="0" hangingPunct="1">
        <a:defRPr sz="1200" kern="1200">
          <a:solidFill>
            <a:schemeClr val="tx1"/>
          </a:solidFill>
          <a:latin typeface="+mn-lt"/>
          <a:ea typeface="+mn-ea"/>
          <a:cs typeface="+mn-cs"/>
        </a:defRPr>
      </a:lvl4pPr>
      <a:lvl5pPr marL="1148080" algn="l" defTabSz="574040" rtl="0" eaLnBrk="1" latinLnBrk="0" hangingPunct="1">
        <a:defRPr sz="1200" kern="1200">
          <a:solidFill>
            <a:schemeClr val="tx1"/>
          </a:solidFill>
          <a:latin typeface="+mn-lt"/>
          <a:ea typeface="+mn-ea"/>
          <a:cs typeface="+mn-cs"/>
        </a:defRPr>
      </a:lvl5pPr>
      <a:lvl6pPr marL="1435100" algn="l" defTabSz="574040" rtl="0" eaLnBrk="1" latinLnBrk="0" hangingPunct="1">
        <a:defRPr sz="1200" kern="1200">
          <a:solidFill>
            <a:schemeClr val="tx1"/>
          </a:solidFill>
          <a:latin typeface="+mn-lt"/>
          <a:ea typeface="+mn-ea"/>
          <a:cs typeface="+mn-cs"/>
        </a:defRPr>
      </a:lvl6pPr>
      <a:lvl7pPr marL="1722120" algn="l" defTabSz="574040" rtl="0" eaLnBrk="1" latinLnBrk="0" hangingPunct="1">
        <a:defRPr sz="1200" kern="1200">
          <a:solidFill>
            <a:schemeClr val="tx1"/>
          </a:solidFill>
          <a:latin typeface="+mn-lt"/>
          <a:ea typeface="+mn-ea"/>
          <a:cs typeface="+mn-cs"/>
        </a:defRPr>
      </a:lvl7pPr>
      <a:lvl8pPr marL="2009140" algn="l" defTabSz="574040" rtl="0" eaLnBrk="1" latinLnBrk="0" hangingPunct="1">
        <a:defRPr sz="1200" kern="1200">
          <a:solidFill>
            <a:schemeClr val="tx1"/>
          </a:solidFill>
          <a:latin typeface="+mn-lt"/>
          <a:ea typeface="+mn-ea"/>
          <a:cs typeface="+mn-cs"/>
        </a:defRPr>
      </a:lvl8pPr>
      <a:lvl9pPr marL="2295525" algn="l" defTabSz="574040" rtl="0" eaLnBrk="1" latinLnBrk="0" hangingPunct="1">
        <a:defRPr sz="12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png"/></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webp"/></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2.xml"/><Relationship Id="rId1" Type="http://schemas.openxmlformats.org/officeDocument/2006/relationships/image" Target="../media/image5.emf"/></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6.png"/></Relationships>
</file>

<file path=ppt/slides/_rels/slide1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7.png"/></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8.jpeg"/></Relationships>
</file>

<file path=ppt/slides/_rels/slide22.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2.xml"/><Relationship Id="rId1" Type="http://schemas.openxmlformats.org/officeDocument/2006/relationships/image" Target="../media/image9.emf"/></Relationships>
</file>

<file path=ppt/slides/_rels/slide23.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2.xml"/><Relationship Id="rId1" Type="http://schemas.openxmlformats.org/officeDocument/2006/relationships/image" Target="../media/image10.emf"/></Relationships>
</file>

<file path=ppt/slides/_rels/slide24.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2.xml"/><Relationship Id="rId1" Type="http://schemas.openxmlformats.org/officeDocument/2006/relationships/image" Target="../media/image11.emf"/></Relationships>
</file>

<file path=ppt/slides/_rels/slide25.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2.xml"/><Relationship Id="rId1" Type="http://schemas.openxmlformats.org/officeDocument/2006/relationships/image" Target="../media/image12.emf"/></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8" Type="http://schemas.openxmlformats.org/officeDocument/2006/relationships/notesSlide" Target="../notesSlides/notesSlide19.xml"/><Relationship Id="rId7" Type="http://schemas.openxmlformats.org/officeDocument/2006/relationships/slideLayout" Target="../slideLayouts/slideLayout2.xml"/><Relationship Id="rId6" Type="http://schemas.openxmlformats.org/officeDocument/2006/relationships/image" Target="../media/image14.emf"/><Relationship Id="rId5" Type="http://schemas.openxmlformats.org/officeDocument/2006/relationships/tags" Target="../tags/tag8.xml"/><Relationship Id="rId4" Type="http://schemas.openxmlformats.org/officeDocument/2006/relationships/image" Target="../media/image13.emf"/><Relationship Id="rId3" Type="http://schemas.openxmlformats.org/officeDocument/2006/relationships/tags" Target="../tags/tag7.xml"/><Relationship Id="rId2" Type="http://schemas.openxmlformats.org/officeDocument/2006/relationships/tags" Target="../tags/tag6.xml"/><Relationship Id="rId1" Type="http://schemas.openxmlformats.org/officeDocument/2006/relationships/tags" Target="../tags/tag5.xml"/></Relationships>
</file>

<file path=ppt/slides/_rels/slide31.xml.rels><?xml version="1.0" encoding="UTF-8" standalone="yes"?>
<Relationships xmlns="http://schemas.openxmlformats.org/package/2006/relationships"><Relationship Id="rId3" Type="http://schemas.openxmlformats.org/officeDocument/2006/relationships/notesSlide" Target="../notesSlides/notesSlide20.xml"/><Relationship Id="rId2" Type="http://schemas.openxmlformats.org/officeDocument/2006/relationships/slideLayout" Target="../slideLayouts/slideLayout2.xml"/><Relationship Id="rId1" Type="http://schemas.openxmlformats.org/officeDocument/2006/relationships/image" Target="../media/image15.emf"/></Relationships>
</file>

<file path=ppt/slides/_rels/slide32.xml.rels><?xml version="1.0" encoding="UTF-8" standalone="yes"?>
<Relationships xmlns="http://schemas.openxmlformats.org/package/2006/relationships"><Relationship Id="rId3" Type="http://schemas.openxmlformats.org/officeDocument/2006/relationships/notesSlide" Target="../notesSlides/notesSlide21.xml"/><Relationship Id="rId2" Type="http://schemas.openxmlformats.org/officeDocument/2006/relationships/slideLayout" Target="../slideLayouts/slideLayout2.xml"/><Relationship Id="rId1" Type="http://schemas.openxmlformats.org/officeDocument/2006/relationships/image" Target="../media/image16.emf"/></Relationships>
</file>

<file path=ppt/slides/_rels/slide33.xml.rels><?xml version="1.0" encoding="UTF-8" standalone="yes"?>
<Relationships xmlns="http://schemas.openxmlformats.org/package/2006/relationships"><Relationship Id="rId3" Type="http://schemas.openxmlformats.org/officeDocument/2006/relationships/notesSlide" Target="../notesSlides/notesSlide22.xml"/><Relationship Id="rId2" Type="http://schemas.openxmlformats.org/officeDocument/2006/relationships/slideLayout" Target="../slideLayouts/slideLayout2.xml"/><Relationship Id="rId1" Type="http://schemas.openxmlformats.org/officeDocument/2006/relationships/image" Target="../media/image17.emf"/></Relationships>
</file>

<file path=ppt/slides/_rels/slide34.xml.rels><?xml version="1.0" encoding="UTF-8" standalone="yes"?>
<Relationships xmlns="http://schemas.openxmlformats.org/package/2006/relationships"><Relationship Id="rId3" Type="http://schemas.openxmlformats.org/officeDocument/2006/relationships/notesSlide" Target="../notesSlides/notesSlide23.xml"/><Relationship Id="rId2" Type="http://schemas.openxmlformats.org/officeDocument/2006/relationships/slideLayout" Target="../slideLayouts/slideLayout2.xml"/><Relationship Id="rId1" Type="http://schemas.openxmlformats.org/officeDocument/2006/relationships/image" Target="../media/image18.emf"/></Relationships>
</file>

<file path=ppt/slides/_rels/slide35.xml.rels><?xml version="1.0" encoding="UTF-8" standalone="yes"?>
<Relationships xmlns="http://schemas.openxmlformats.org/package/2006/relationships"><Relationship Id="rId3" Type="http://schemas.openxmlformats.org/officeDocument/2006/relationships/notesSlide" Target="../notesSlides/notesSlide24.xml"/><Relationship Id="rId2" Type="http://schemas.openxmlformats.org/officeDocument/2006/relationships/slideLayout" Target="../slideLayouts/slideLayout2.xml"/><Relationship Id="rId1" Type="http://schemas.openxmlformats.org/officeDocument/2006/relationships/image" Target="../media/image19.emf"/></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notesSlide" Target="../notesSlides/notesSlide33.xml"/><Relationship Id="rId2" Type="http://schemas.openxmlformats.org/officeDocument/2006/relationships/slideLayout" Target="../slideLayouts/slideLayout2.xml"/><Relationship Id="rId1" Type="http://schemas.openxmlformats.org/officeDocument/2006/relationships/image" Target="../media/image20.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Rectangle 1"/>
          <p:cNvSpPr>
            <a:spLocks noGrp="1"/>
          </p:cNvSpPr>
          <p:nvPr>
            <p:ph type="ctrTitle"/>
          </p:nvPr>
        </p:nvSpPr>
        <p:spPr>
          <a:xfrm>
            <a:off x="500063" y="1158875"/>
            <a:ext cx="8143875" cy="568325"/>
          </a:xfrm>
        </p:spPr>
        <p:txBody>
          <a:bodyPr/>
          <a:lstStyle/>
          <a:p>
            <a:pPr eaLnBrk="1">
              <a:lnSpc>
                <a:spcPct val="80000"/>
              </a:lnSpc>
            </a:pPr>
            <a:r>
              <a:rPr lang="en-US" altLang="en-US" sz="2800" dirty="0"/>
              <a:t>DTS207TC Database Development and Design</a:t>
            </a:r>
            <a:endParaRPr lang="en-US" altLang="en-US" sz="2800" dirty="0"/>
          </a:p>
        </p:txBody>
      </p:sp>
      <p:sp>
        <p:nvSpPr>
          <p:cNvPr id="2051" name="Rectangle 2"/>
          <p:cNvSpPr>
            <a:spLocks noGrp="1"/>
          </p:cNvSpPr>
          <p:nvPr>
            <p:ph type="subTitle" sz="quarter" idx="1"/>
          </p:nvPr>
        </p:nvSpPr>
        <p:spPr>
          <a:xfrm>
            <a:off x="500063" y="2428240"/>
            <a:ext cx="8143875" cy="385763"/>
          </a:xfrm>
        </p:spPr>
        <p:txBody>
          <a:bodyPr/>
          <a:lstStyle/>
          <a:p>
            <a:pPr defTabSz="365125" eaLnBrk="1">
              <a:spcBef>
                <a:spcPct val="0"/>
              </a:spcBef>
              <a:buSzTx/>
            </a:pPr>
            <a:r>
              <a:rPr lang="en-US" altLang="zh-CN" sz="2100" b="1" dirty="0">
                <a:solidFill>
                  <a:srgbClr val="AE0428"/>
                </a:solidFill>
                <a:ea typeface="宋体" panose="02010600030101010101" pitchFamily="2" charset="-122"/>
              </a:rPr>
              <a:t>Lecture 11</a:t>
            </a:r>
            <a:endParaRPr lang="en-US" altLang="zh-CN" sz="2100" b="1" dirty="0">
              <a:solidFill>
                <a:srgbClr val="AE0428"/>
              </a:solidFill>
              <a:ea typeface="宋体" panose="02010600030101010101" pitchFamily="2" charset="-122"/>
            </a:endParaRPr>
          </a:p>
          <a:p>
            <a:pPr algn="ctr" defTabSz="365125" eaLnBrk="1">
              <a:buClrTx/>
              <a:buSzTx/>
              <a:buFontTx/>
            </a:pPr>
            <a:r>
              <a:rPr lang="en-US" altLang="zh-CN" sz="2100" b="1" dirty="0">
                <a:solidFill>
                  <a:srgbClr val="AE0428"/>
                </a:solidFill>
                <a:ea typeface="宋体" panose="02010600030101010101" pitchFamily="2" charset="-122"/>
                <a:sym typeface="+mn-ea"/>
              </a:rPr>
              <a:t>Chap 17. </a:t>
            </a:r>
            <a:r>
              <a:rPr lang="en-US" altLang="zh-CN" sz="2100" b="1" dirty="0">
                <a:solidFill>
                  <a:srgbClr val="AE0428"/>
                </a:solidFill>
                <a:ea typeface="宋体" panose="02010600030101010101" pitchFamily="2" charset="-122"/>
              </a:rPr>
              <a:t>Transactions</a:t>
            </a:r>
            <a:endParaRPr lang="en-US" altLang="zh-CN" sz="2100" b="1" dirty="0">
              <a:solidFill>
                <a:srgbClr val="AE0428"/>
              </a:solidFill>
              <a:ea typeface="宋体" panose="02010600030101010101" pitchFamily="2" charset="-122"/>
            </a:endParaRPr>
          </a:p>
        </p:txBody>
      </p:sp>
      <p:sp>
        <p:nvSpPr>
          <p:cNvPr id="2052" name="Text Box 3"/>
          <p:cNvSpPr txBox="1"/>
          <p:nvPr/>
        </p:nvSpPr>
        <p:spPr bwMode="auto">
          <a:xfrm>
            <a:off x="500063" y="4435475"/>
            <a:ext cx="8143875" cy="2254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4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31886" tIns="31886" rIns="31886" bIns="31886"/>
          <a:lstStyle>
            <a:lvl1pPr defTabSz="586105">
              <a:defRPr sz="1100">
                <a:solidFill>
                  <a:srgbClr val="000000"/>
                </a:solidFill>
                <a:latin typeface="Canela Text Regular" charset="0"/>
                <a:ea typeface="Canela Text Regular" charset="0"/>
                <a:cs typeface="Canela Text Regular" charset="0"/>
                <a:sym typeface="Canela Text Regular" charset="0"/>
              </a:defRPr>
            </a:lvl1pPr>
            <a:lvl2pPr marL="742950" indent="-285750" defTabSz="586105">
              <a:defRPr sz="1100">
                <a:solidFill>
                  <a:srgbClr val="000000"/>
                </a:solidFill>
                <a:latin typeface="Canela Text Regular" charset="0"/>
                <a:ea typeface="Canela Text Regular" charset="0"/>
                <a:cs typeface="Canela Text Regular" charset="0"/>
                <a:sym typeface="Canela Text Regular" charset="0"/>
              </a:defRPr>
            </a:lvl2pPr>
            <a:lvl3pPr marL="1143000" indent="-228600" defTabSz="586105">
              <a:defRPr sz="1100">
                <a:solidFill>
                  <a:srgbClr val="000000"/>
                </a:solidFill>
                <a:latin typeface="Canela Text Regular" charset="0"/>
                <a:ea typeface="Canela Text Regular" charset="0"/>
                <a:cs typeface="Canela Text Regular" charset="0"/>
                <a:sym typeface="Canela Text Regular" charset="0"/>
              </a:defRPr>
            </a:lvl3pPr>
            <a:lvl4pPr marL="1600200" indent="-228600" defTabSz="586105">
              <a:defRPr sz="1100">
                <a:solidFill>
                  <a:srgbClr val="000000"/>
                </a:solidFill>
                <a:latin typeface="Canela Text Regular" charset="0"/>
                <a:ea typeface="Canela Text Regular" charset="0"/>
                <a:cs typeface="Canela Text Regular" charset="0"/>
                <a:sym typeface="Canela Text Regular" charset="0"/>
              </a:defRPr>
            </a:lvl4pPr>
            <a:lvl5pPr marL="2057400" indent="-228600" defTabSz="586105">
              <a:defRPr sz="1100">
                <a:solidFill>
                  <a:srgbClr val="000000"/>
                </a:solidFill>
                <a:latin typeface="Canela Text Regular" charset="0"/>
                <a:ea typeface="Canela Text Regular" charset="0"/>
                <a:cs typeface="Canela Text Regular" charset="0"/>
                <a:sym typeface="Canela Text Regular" charset="0"/>
              </a:defRPr>
            </a:lvl5pPr>
            <a:lvl6pPr marL="2514600" indent="-228600" defTabSz="586105" eaLnBrk="0" fontAlgn="base" hangingPunct="0">
              <a:spcBef>
                <a:spcPct val="0"/>
              </a:spcBef>
              <a:spcAft>
                <a:spcPct val="0"/>
              </a:spcAft>
              <a:defRPr sz="1100">
                <a:solidFill>
                  <a:srgbClr val="000000"/>
                </a:solidFill>
                <a:latin typeface="Canela Text Regular" charset="0"/>
                <a:ea typeface="Canela Text Regular" charset="0"/>
                <a:cs typeface="Canela Text Regular" charset="0"/>
                <a:sym typeface="Canela Text Regular" charset="0"/>
              </a:defRPr>
            </a:lvl6pPr>
            <a:lvl7pPr marL="2971800" indent="-228600" defTabSz="586105" eaLnBrk="0" fontAlgn="base" hangingPunct="0">
              <a:spcBef>
                <a:spcPct val="0"/>
              </a:spcBef>
              <a:spcAft>
                <a:spcPct val="0"/>
              </a:spcAft>
              <a:defRPr sz="1100">
                <a:solidFill>
                  <a:srgbClr val="000000"/>
                </a:solidFill>
                <a:latin typeface="Canela Text Regular" charset="0"/>
                <a:ea typeface="Canela Text Regular" charset="0"/>
                <a:cs typeface="Canela Text Regular" charset="0"/>
                <a:sym typeface="Canela Text Regular" charset="0"/>
              </a:defRPr>
            </a:lvl7pPr>
            <a:lvl8pPr marL="3429000" indent="-228600" defTabSz="586105" eaLnBrk="0" fontAlgn="base" hangingPunct="0">
              <a:spcBef>
                <a:spcPct val="0"/>
              </a:spcBef>
              <a:spcAft>
                <a:spcPct val="0"/>
              </a:spcAft>
              <a:defRPr sz="1100">
                <a:solidFill>
                  <a:srgbClr val="000000"/>
                </a:solidFill>
                <a:latin typeface="Canela Text Regular" charset="0"/>
                <a:ea typeface="Canela Text Regular" charset="0"/>
                <a:cs typeface="Canela Text Regular" charset="0"/>
                <a:sym typeface="Canela Text Regular" charset="0"/>
              </a:defRPr>
            </a:lvl8pPr>
            <a:lvl9pPr marL="3886200" indent="-228600" defTabSz="586105" eaLnBrk="0" fontAlgn="base" hangingPunct="0">
              <a:spcBef>
                <a:spcPct val="0"/>
              </a:spcBef>
              <a:spcAft>
                <a:spcPct val="0"/>
              </a:spcAft>
              <a:defRPr sz="1100">
                <a:solidFill>
                  <a:srgbClr val="000000"/>
                </a:solidFill>
                <a:latin typeface="Canela Text Regular" charset="0"/>
                <a:ea typeface="Canela Text Regular" charset="0"/>
                <a:cs typeface="Canela Text Regular" charset="0"/>
                <a:sym typeface="Canela Text Regular" charset="0"/>
              </a:defRPr>
            </a:lvl9pPr>
          </a:lstStyle>
          <a:p>
            <a:pPr algn="ctr" eaLnBrk="1"/>
            <a:r>
              <a:rPr lang="en-US" altLang="zh-CN" sz="1200">
                <a:latin typeface="Helvetica" panose="020B0604020202020204" pitchFamily="34" charset="0"/>
                <a:ea typeface="宋体" panose="02010600030101010101" pitchFamily="2" charset="-122"/>
                <a:sym typeface="Helvetica" panose="020B0604020202020204" pitchFamily="34" charset="0"/>
              </a:rPr>
              <a:t>Di Zhang</a:t>
            </a:r>
            <a:r>
              <a:rPr lang="en-US" altLang="en-US" sz="1200">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rPr>
              <a:t>, Autumn 2025</a:t>
            </a:r>
            <a:endParaRPr lang="en-US" altLang="en-US" sz="1200">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endParaRPr>
          </a:p>
        </p:txBody>
      </p:sp>
      <p:sp>
        <p:nvSpPr>
          <p:cNvPr id="2" name="文本框 1"/>
          <p:cNvSpPr txBox="1"/>
          <p:nvPr/>
        </p:nvSpPr>
        <p:spPr>
          <a:xfrm>
            <a:off x="108585" y="757555"/>
            <a:ext cx="3048000" cy="260350"/>
          </a:xfrm>
          <a:prstGeom prst="rect">
            <a:avLst/>
          </a:prstGeom>
          <a:noFill/>
        </p:spPr>
        <p:txBody>
          <a:bodyPr wrap="square" rtlCol="0">
            <a:spAutoFit/>
          </a:bodyPr>
          <a:p>
            <a:endParaRPr lang="zh-CN" altLang="en-US"/>
          </a:p>
        </p:txBody>
      </p:sp>
    </p:spTree>
  </p:cSld>
  <p:clrMapOvr>
    <a:masterClrMapping/>
  </p:clrMapOvr>
  <p:transition spd="me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2"/>
          <p:cNvSpPr>
            <a:spLocks noGrp="1" noChangeArrowheads="1"/>
          </p:cNvSpPr>
          <p:nvPr>
            <p:ph type="title"/>
          </p:nvPr>
        </p:nvSpPr>
        <p:spPr/>
        <p:txBody>
          <a:bodyPr/>
          <a:lstStyle/>
          <a:p>
            <a:pPr>
              <a:defRPr/>
            </a:pPr>
            <a:r>
              <a:rPr lang="en-US" dirty="0">
                <a:effectLst>
                  <a:outerShdw blurRad="38100" dist="38100" dir="2700000" algn="tl">
                    <a:srgbClr val="C0C0C0"/>
                  </a:outerShdw>
                </a:effectLst>
              </a:rPr>
              <a:t>Outline</a:t>
            </a:r>
            <a:endParaRPr lang="en-US" dirty="0">
              <a:effectLst>
                <a:outerShdw blurRad="38100" dist="38100" dir="2700000" algn="tl">
                  <a:srgbClr val="C0C0C0"/>
                </a:outerShdw>
              </a:effectLst>
            </a:endParaRPr>
          </a:p>
        </p:txBody>
      </p:sp>
      <p:sp>
        <p:nvSpPr>
          <p:cNvPr id="5123" name="Rectangle 3"/>
          <p:cNvSpPr>
            <a:spLocks noGrp="1" noChangeArrowheads="1"/>
          </p:cNvSpPr>
          <p:nvPr>
            <p:ph idx="1"/>
          </p:nvPr>
        </p:nvSpPr>
        <p:spPr>
          <a:xfrm>
            <a:off x="1635711" y="826873"/>
            <a:ext cx="5799338" cy="4025979"/>
          </a:xfrm>
        </p:spPr>
        <p:txBody>
          <a:bodyPr/>
          <a:lstStyle/>
          <a:p>
            <a:r>
              <a:rPr lang="en-US" altLang="en-US" dirty="0"/>
              <a:t>Review of OS&amp;Parallel Computing</a:t>
            </a:r>
            <a:endParaRPr lang="en-US" altLang="en-US" dirty="0"/>
          </a:p>
          <a:p>
            <a:r>
              <a:rPr lang="en-US" altLang="en-US" dirty="0"/>
              <a:t>Transaction Concept</a:t>
            </a:r>
            <a:endParaRPr lang="en-US" altLang="en-US" dirty="0"/>
          </a:p>
          <a:p>
            <a:r>
              <a:rPr lang="en-US" altLang="en-US" dirty="0"/>
              <a:t>Serializability</a:t>
            </a:r>
            <a:endParaRPr lang="en-US" altLang="en-US" dirty="0"/>
          </a:p>
          <a:p>
            <a:r>
              <a:rPr lang="en-US" altLang="en-US" dirty="0"/>
              <a:t>Recoverability</a:t>
            </a:r>
            <a:endParaRPr lang="en-US" altLang="en-US" dirty="0"/>
          </a:p>
          <a:p>
            <a:r>
              <a:rPr lang="en-US" altLang="en-US" dirty="0"/>
              <a:t>Implementation of Isolation</a:t>
            </a:r>
            <a:endParaRPr lang="en-US" altLang="en-US" dirty="0"/>
          </a:p>
          <a:p>
            <a:r>
              <a:rPr lang="en-US" altLang="en-US" dirty="0"/>
              <a:t>Transaction Definition in SQL</a:t>
            </a:r>
            <a:endParaRPr lang="en-US" altLang="en-US" dirty="0"/>
          </a:p>
          <a:p>
            <a:endParaRPr lang="en-US" alt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a:t>Concurrency vs. Parallelism</a:t>
            </a:r>
            <a:endParaRPr lang="en-US" altLang="zh-CN"/>
          </a:p>
        </p:txBody>
      </p:sp>
      <p:sp>
        <p:nvSpPr>
          <p:cNvPr id="3" name="内容占位符 2"/>
          <p:cNvSpPr>
            <a:spLocks noGrp="1"/>
          </p:cNvSpPr>
          <p:nvPr>
            <p:ph idx="1"/>
          </p:nvPr>
        </p:nvSpPr>
        <p:spPr>
          <a:xfrm>
            <a:off x="347980" y="719455"/>
            <a:ext cx="3863340" cy="4049395"/>
          </a:xfrm>
        </p:spPr>
        <p:txBody>
          <a:bodyPr/>
          <a:p>
            <a:r>
              <a:rPr lang="en-US" altLang="zh-CN" sz="1400"/>
              <a:t>Parallel Computing Perspective</a:t>
            </a:r>
            <a:endParaRPr lang="en-US" altLang="zh-CN" sz="1400"/>
          </a:p>
          <a:p>
            <a:pPr lvl="1"/>
            <a:r>
              <a:rPr lang="en-US" altLang="zh-CN" sz="1400"/>
              <a:t>Multiple cores execute tasks simultaneously</a:t>
            </a:r>
            <a:endParaRPr lang="en-US" altLang="zh-CN" sz="1400"/>
          </a:p>
          <a:p>
            <a:pPr lvl="1"/>
            <a:r>
              <a:rPr lang="en-US" altLang="zh-CN" sz="1400"/>
              <a:t>Goal: Speedup through parallel execution</a:t>
            </a:r>
            <a:endParaRPr lang="en-US" altLang="zh-CN" sz="1400"/>
          </a:p>
          <a:p>
            <a:r>
              <a:rPr lang="en-US" altLang="zh-CN" sz="1400"/>
              <a:t>Operating System Perspective</a:t>
            </a:r>
            <a:endParaRPr lang="en-US" altLang="zh-CN" sz="1400"/>
          </a:p>
          <a:p>
            <a:pPr lvl="1"/>
            <a:r>
              <a:rPr lang="en-US" altLang="zh-CN" sz="1400"/>
              <a:t>Process/thread scheduling</a:t>
            </a:r>
            <a:endParaRPr lang="en-US" altLang="zh-CN" sz="1400"/>
          </a:p>
          <a:p>
            <a:pPr lvl="1"/>
            <a:r>
              <a:rPr lang="en-US" altLang="zh-CN" sz="1400"/>
              <a:t>Time-sharing creates the illusion of concurrent execution</a:t>
            </a:r>
            <a:endParaRPr lang="en-US" altLang="zh-CN" sz="1400"/>
          </a:p>
          <a:p>
            <a:r>
              <a:rPr lang="en-US" altLang="zh-CN" sz="1400"/>
              <a:t>Database Connection</a:t>
            </a:r>
            <a:endParaRPr lang="en-US" altLang="zh-CN" sz="1400"/>
          </a:p>
          <a:p>
            <a:pPr lvl="1"/>
            <a:r>
              <a:rPr lang="en-US" altLang="zh-CN" sz="1400"/>
              <a:t>A database handles multiple transaction requests at once</a:t>
            </a:r>
            <a:endParaRPr lang="en-US" altLang="zh-CN" sz="1400"/>
          </a:p>
          <a:p>
            <a:pPr lvl="1"/>
            <a:r>
              <a:rPr lang="en-US" altLang="zh-CN" sz="1400"/>
              <a:t>This is also a form of concurrency and </a:t>
            </a:r>
            <a:r>
              <a:rPr lang="en-US" altLang="zh-CN" sz="1400" i="1"/>
              <a:t>possibly </a:t>
            </a:r>
            <a:r>
              <a:rPr lang="en-US" altLang="zh-CN" sz="1400"/>
              <a:t>parallelism</a:t>
            </a:r>
            <a:endParaRPr lang="en-US" altLang="zh-CN" sz="1400"/>
          </a:p>
          <a:p>
            <a:pPr lvl="1"/>
            <a:endParaRPr lang="en-US" altLang="zh-CN" sz="1400"/>
          </a:p>
        </p:txBody>
      </p:sp>
      <p:pic>
        <p:nvPicPr>
          <p:cNvPr id="4" name="内容占位符 3"/>
          <p:cNvPicPr>
            <a:picLocks noChangeAspect="1"/>
          </p:cNvPicPr>
          <p:nvPr/>
        </p:nvPicPr>
        <p:blipFill>
          <a:blip r:embed="rId1"/>
          <a:stretch>
            <a:fillRect/>
          </a:stretch>
        </p:blipFill>
        <p:spPr>
          <a:xfrm>
            <a:off x="4398645" y="1131570"/>
            <a:ext cx="4745355" cy="2874645"/>
          </a:xfrm>
          <a:prstGeom prst="rect">
            <a:avLst/>
          </a:prstGeom>
          <a:noFill/>
          <a:ln>
            <a:noFill/>
          </a:ln>
          <a:effectLst/>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a:t>The Core Problem: Synchronization &amp; Race Conditions</a:t>
            </a:r>
            <a:endParaRPr lang="en-US" altLang="zh-CN"/>
          </a:p>
        </p:txBody>
      </p:sp>
      <p:sp>
        <p:nvSpPr>
          <p:cNvPr id="3" name="内容占位符 2"/>
          <p:cNvSpPr>
            <a:spLocks noGrp="1"/>
          </p:cNvSpPr>
          <p:nvPr>
            <p:ph idx="1"/>
          </p:nvPr>
        </p:nvSpPr>
        <p:spPr>
          <a:xfrm>
            <a:off x="347980" y="719455"/>
            <a:ext cx="4300855" cy="4049395"/>
          </a:xfrm>
        </p:spPr>
        <p:txBody>
          <a:bodyPr/>
          <a:p>
            <a:r>
              <a:rPr lang="en-US" altLang="zh-CN" sz="1600"/>
              <a:t>Critical Section: A shared resource (printer, variable, file) that cannot be safely used by multiple threads at once.</a:t>
            </a:r>
            <a:endParaRPr lang="en-US" altLang="zh-CN" sz="1600"/>
          </a:p>
          <a:p>
            <a:r>
              <a:rPr lang="en-US" altLang="zh-CN" sz="1600"/>
              <a:t>Race Condition: The outcome depends on the non-deterministic sequence of operations.</a:t>
            </a:r>
            <a:endParaRPr lang="en-US" altLang="zh-CN" sz="1600"/>
          </a:p>
          <a:p>
            <a:r>
              <a:rPr lang="en-US" altLang="zh-CN" sz="1600"/>
              <a:t>Database Analogy:</a:t>
            </a:r>
            <a:endParaRPr lang="en-US" altLang="zh-CN" sz="1600"/>
          </a:p>
          <a:p>
            <a:pPr lvl="1"/>
            <a:r>
              <a:rPr lang="en-US" altLang="zh-CN" sz="1600"/>
              <a:t>The shared resource is a bank account balance.</a:t>
            </a:r>
            <a:endParaRPr lang="en-US" altLang="zh-CN" sz="1600"/>
          </a:p>
          <a:p>
            <a:pPr lvl="1"/>
            <a:r>
              <a:rPr lang="en-US" altLang="zh-CN" sz="1600"/>
              <a:t>Two concurrent transactions both read the balance, calculate a new one, and write it back.</a:t>
            </a:r>
            <a:endParaRPr lang="en-US" altLang="zh-CN" sz="1600"/>
          </a:p>
          <a:p>
            <a:pPr lvl="1"/>
            <a:r>
              <a:rPr lang="en-US" altLang="zh-CN" sz="1600"/>
              <a:t>Result: One transaction's update is lost!</a:t>
            </a:r>
            <a:endParaRPr lang="en-US" altLang="zh-CN" sz="1600"/>
          </a:p>
        </p:txBody>
      </p:sp>
      <p:pic>
        <p:nvPicPr>
          <p:cNvPr id="4" name="图片 3"/>
          <p:cNvPicPr/>
          <p:nvPr/>
        </p:nvPicPr>
        <p:blipFill>
          <a:blip r:embed="rId1"/>
          <a:stretch>
            <a:fillRect/>
          </a:stretch>
        </p:blipFill>
        <p:spPr>
          <a:xfrm>
            <a:off x="4715510" y="1347470"/>
            <a:ext cx="4234180" cy="2381885"/>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a:t>OS Solutions: Mutual Exclusion &amp; Locks</a:t>
            </a:r>
            <a:endParaRPr lang="en-US" altLang="zh-CN"/>
          </a:p>
        </p:txBody>
      </p:sp>
      <p:sp>
        <p:nvSpPr>
          <p:cNvPr id="3" name="内容占位符 2"/>
          <p:cNvSpPr>
            <a:spLocks noGrp="1"/>
          </p:cNvSpPr>
          <p:nvPr>
            <p:ph idx="1"/>
          </p:nvPr>
        </p:nvSpPr>
        <p:spPr>
          <a:xfrm>
            <a:off x="347980" y="719455"/>
            <a:ext cx="3627120" cy="4049395"/>
          </a:xfrm>
        </p:spPr>
        <p:txBody>
          <a:bodyPr/>
          <a:p>
            <a:r>
              <a:rPr lang="en-US" altLang="zh-CN" sz="1000"/>
              <a:t>Mutual Exclusion (Mutex): Ensures only one thread executes a critical section at a time.</a:t>
            </a:r>
            <a:endParaRPr lang="en-US" altLang="zh-CN" sz="1000"/>
          </a:p>
          <a:p>
            <a:r>
              <a:rPr lang="en-US" altLang="zh-CN" sz="1000"/>
              <a:t>Semaphores: A generalized counter for controlling access to a pool of N identical resources.</a:t>
            </a:r>
            <a:endParaRPr lang="en-US" altLang="zh-CN" sz="1000"/>
          </a:p>
          <a:p>
            <a:r>
              <a:rPr lang="en-US" altLang="zh-CN" sz="1000"/>
              <a:t>These are the fundamental tools for preventing race conditions in OS and parallel programming.</a:t>
            </a:r>
            <a:endParaRPr lang="en-US" altLang="zh-CN" sz="1000"/>
          </a:p>
          <a:p>
            <a:r>
              <a:rPr lang="en-US" altLang="zh-CN" sz="1000"/>
              <a:t>Database Preview:</a:t>
            </a:r>
            <a:endParaRPr lang="en-US" altLang="zh-CN" sz="1000"/>
          </a:p>
          <a:p>
            <a:pPr lvl="1"/>
            <a:r>
              <a:rPr lang="en-US" altLang="zh-CN" sz="1000"/>
              <a:t>Databases face the exact same problem with data items (rows, pages, tables).</a:t>
            </a:r>
            <a:endParaRPr lang="en-US" altLang="zh-CN" sz="1000"/>
          </a:p>
          <a:p>
            <a:pPr lvl="1"/>
            <a:r>
              <a:rPr lang="en-US" altLang="zh-CN" sz="1000"/>
              <a:t>They need their own version of locks and protocols. This is called Concurrency Control.</a:t>
            </a:r>
            <a:endParaRPr lang="en-US" altLang="zh-CN" sz="1000"/>
          </a:p>
        </p:txBody>
      </p:sp>
      <p:pic>
        <p:nvPicPr>
          <p:cNvPr id="4" name="内容占位符 3"/>
          <p:cNvPicPr>
            <a:picLocks noChangeAspect="1"/>
          </p:cNvPicPr>
          <p:nvPr/>
        </p:nvPicPr>
        <p:blipFill>
          <a:blip r:embed="rId1"/>
          <a:stretch>
            <a:fillRect/>
          </a:stretch>
        </p:blipFill>
        <p:spPr>
          <a:xfrm>
            <a:off x="3996055" y="843280"/>
            <a:ext cx="4620260" cy="3250565"/>
          </a:xfrm>
          <a:prstGeom prst="rect">
            <a:avLst/>
          </a:prstGeom>
          <a:noFill/>
          <a:ln>
            <a:noFill/>
          </a:ln>
          <a:effectLst/>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a:t>The Bridge: From OS Concepts to Database Transactions</a:t>
            </a:r>
            <a:endParaRPr lang="en-US" altLang="zh-CN"/>
          </a:p>
        </p:txBody>
      </p:sp>
      <p:sp>
        <p:nvSpPr>
          <p:cNvPr id="3" name="内容占位符 2"/>
          <p:cNvSpPr>
            <a:spLocks noGrp="1"/>
          </p:cNvSpPr>
          <p:nvPr>
            <p:ph idx="1"/>
          </p:nvPr>
        </p:nvSpPr>
        <p:spPr>
          <a:xfrm>
            <a:off x="347980" y="2994025"/>
            <a:ext cx="8446770" cy="1057275"/>
          </a:xfrm>
        </p:spPr>
        <p:txBody>
          <a:bodyPr/>
          <a:p>
            <a:r>
              <a:rPr lang="en-US" altLang="zh-CN" sz="1000"/>
              <a:t>In fact, database transactions are implemented using OS critical sections at the underlying level. </a:t>
            </a:r>
            <a:endParaRPr lang="en-US" altLang="zh-CN" sz="1000"/>
          </a:p>
          <a:p>
            <a:pPr lvl="1"/>
            <a:r>
              <a:rPr lang="en-US" altLang="zh-CN" sz="1000"/>
              <a:t>Hardware provides atomic instructions (such as CMPXCHG) -&gt; The operating system uses them to implement low-level primitives (such as spinlocks) -&gt; The operating system provides synchronization APIs to user space based on these low-level primitives (such as mutexes pthread_mutex, semaphores).</a:t>
            </a:r>
            <a:endParaRPr lang="en-US" altLang="zh-CN" sz="1000"/>
          </a:p>
          <a:p>
            <a:r>
              <a:rPr lang="en-US" altLang="zh-CN" sz="1000"/>
              <a:t>You already understand the problem (race conditions) and the goal (correctness). In this lecture, we will learn the specific solutions and guarantees that databases provide. These guarantees are summarized by the ACID properties:</a:t>
            </a:r>
            <a:endParaRPr lang="en-US" altLang="zh-CN" sz="1000"/>
          </a:p>
          <a:p>
            <a:pPr lvl="1"/>
            <a:r>
              <a:rPr lang="en-US" altLang="zh-CN" sz="1000"/>
              <a:t>Atomicity, Consistency, Isolation, Durability.</a:t>
            </a:r>
            <a:endParaRPr lang="en-US" altLang="zh-CN" sz="1000"/>
          </a:p>
          <a:p>
            <a:pPr lvl="1"/>
            <a:r>
              <a:rPr lang="en-US" altLang="zh-CN" sz="1000"/>
              <a:t>We are now ready to dive into the world of database transactions!</a:t>
            </a:r>
            <a:endParaRPr lang="en-US" altLang="zh-CN" sz="1000"/>
          </a:p>
        </p:txBody>
      </p:sp>
      <p:graphicFrame>
        <p:nvGraphicFramePr>
          <p:cNvPr id="5" name="表格 4"/>
          <p:cNvGraphicFramePr/>
          <p:nvPr/>
        </p:nvGraphicFramePr>
        <p:xfrm>
          <a:off x="640080" y="1140460"/>
          <a:ext cx="7863840" cy="0"/>
        </p:xfrm>
        <a:graphic>
          <a:graphicData uri="http://schemas.openxmlformats.org/drawingml/2006/table">
            <a:tbl>
              <a:tblPr firstRow="1">
                <a:tableStyleId>{1B562E47-7132-4947-93CE-E052BFAF93A8}</a:tableStyleId>
              </a:tblPr>
              <a:tblGrid>
                <a:gridCol w="3931920"/>
                <a:gridCol w="3931920"/>
              </a:tblGrid>
              <a:tr h="0">
                <a:tc>
                  <a:txBody>
                    <a:bodyPr/>
                    <a:p>
                      <a:pPr algn="l">
                        <a:lnSpc>
                          <a:spcPts val="1250"/>
                        </a:lnSpc>
                      </a:pPr>
                      <a:r>
                        <a:rPr lang="en-US" altLang="zh-CN" sz="1100"/>
                        <a:t>OS / Parallel Concept</a:t>
                      </a:r>
                      <a:endParaRPr lang="en-US" altLang="zh-CN" sz="1100"/>
                    </a:p>
                  </a:txBody>
                  <a:tcPr marL="0" marR="101917" marT="63817" marB="63817" anchor="ctr" anchorCtr="0"/>
                </a:tc>
                <a:tc>
                  <a:txBody>
                    <a:bodyPr/>
                    <a:p>
                      <a:pPr algn="l">
                        <a:lnSpc>
                          <a:spcPts val="1250"/>
                        </a:lnSpc>
                      </a:pPr>
                      <a:r>
                        <a:rPr lang="en-US" altLang="zh-CN" sz="1100"/>
                        <a:t>Database Concept</a:t>
                      </a:r>
                      <a:endParaRPr lang="en-US" altLang="zh-CN" sz="1100"/>
                    </a:p>
                  </a:txBody>
                  <a:tcPr marL="101917" marR="101917" marT="63817" marB="63817" anchor="ctr" anchorCtr="0"/>
                </a:tc>
              </a:tr>
              <a:tr h="0">
                <a:tc>
                  <a:txBody>
                    <a:bodyPr/>
                    <a:p>
                      <a:pPr>
                        <a:lnSpc>
                          <a:spcPts val="1250"/>
                        </a:lnSpc>
                      </a:pPr>
                      <a:r>
                        <a:rPr lang="en-US" altLang="zh-CN" sz="1100"/>
                        <a:t>Process / Thread</a:t>
                      </a:r>
                      <a:endParaRPr lang="en-US" altLang="zh-CN" sz="1100"/>
                    </a:p>
                  </a:txBody>
                  <a:tcPr marL="0" marR="101917" marT="63817" marB="63817" anchor="ctr" anchorCtr="0"/>
                </a:tc>
                <a:tc>
                  <a:txBody>
                    <a:bodyPr/>
                    <a:p>
                      <a:pPr>
                        <a:lnSpc>
                          <a:spcPts val="1250"/>
                        </a:lnSpc>
                      </a:pPr>
                      <a:r>
                        <a:rPr lang="en-US" altLang="zh-CN" sz="1100"/>
                        <a:t>Transaction</a:t>
                      </a:r>
                      <a:endParaRPr lang="en-US" altLang="zh-CN" sz="1100"/>
                    </a:p>
                  </a:txBody>
                  <a:tcPr marL="101917" marR="0" marT="63817" marB="63817" anchor="ctr" anchorCtr="0"/>
                </a:tc>
              </a:tr>
              <a:tr h="0">
                <a:tc>
                  <a:txBody>
                    <a:bodyPr/>
                    <a:p>
                      <a:pPr>
                        <a:lnSpc>
                          <a:spcPts val="1250"/>
                        </a:lnSpc>
                      </a:pPr>
                      <a:r>
                        <a:rPr lang="en-US" altLang="zh-CN" sz="1100"/>
                        <a:t>Critical Section</a:t>
                      </a:r>
                      <a:endParaRPr lang="en-US" altLang="zh-CN" sz="1100"/>
                    </a:p>
                  </a:txBody>
                  <a:tcPr marL="0" marR="101917" marT="63817" marB="63817" anchor="ctr" anchorCtr="0"/>
                </a:tc>
                <a:tc>
                  <a:txBody>
                    <a:bodyPr/>
                    <a:p>
                      <a:pPr>
                        <a:lnSpc>
                          <a:spcPts val="1250"/>
                        </a:lnSpc>
                      </a:pPr>
                      <a:r>
                        <a:rPr lang="en-US" altLang="zh-CN" sz="1100"/>
                        <a:t>Data Item (e.g., row)</a:t>
                      </a:r>
                      <a:endParaRPr lang="en-US" altLang="zh-CN" sz="1100"/>
                    </a:p>
                  </a:txBody>
                  <a:tcPr marL="101917" marR="0" marT="63817" marB="63817" anchor="ctr" anchorCtr="0"/>
                </a:tc>
              </a:tr>
              <a:tr h="0">
                <a:tc>
                  <a:txBody>
                    <a:bodyPr/>
                    <a:p>
                      <a:pPr>
                        <a:lnSpc>
                          <a:spcPts val="1250"/>
                        </a:lnSpc>
                      </a:pPr>
                      <a:r>
                        <a:rPr lang="en-US" altLang="zh-CN" sz="1100"/>
                        <a:t>Race Condition</a:t>
                      </a:r>
                      <a:endParaRPr lang="en-US" altLang="zh-CN" sz="1100"/>
                    </a:p>
                  </a:txBody>
                  <a:tcPr marL="0" marR="101917" marT="63817" marB="63817" anchor="ctr" anchorCtr="0"/>
                </a:tc>
                <a:tc>
                  <a:txBody>
                    <a:bodyPr/>
                    <a:p>
                      <a:pPr>
                        <a:lnSpc>
                          <a:spcPts val="1250"/>
                        </a:lnSpc>
                      </a:pPr>
                      <a:r>
                        <a:rPr lang="en-US" altLang="zh-CN" sz="1100"/>
                        <a:t>Read-Write Conflict</a:t>
                      </a:r>
                      <a:endParaRPr lang="en-US" altLang="zh-CN" sz="1100"/>
                    </a:p>
                  </a:txBody>
                  <a:tcPr marL="101917" marR="0" marT="63817" marB="63817" anchor="ctr" anchorCtr="0"/>
                </a:tc>
              </a:tr>
              <a:tr h="0">
                <a:tc>
                  <a:txBody>
                    <a:bodyPr/>
                    <a:p>
                      <a:pPr>
                        <a:lnSpc>
                          <a:spcPts val="1250"/>
                        </a:lnSpc>
                      </a:pPr>
                      <a:r>
                        <a:rPr lang="en-US" altLang="zh-CN" sz="1100"/>
                        <a:t>Mutex / Lock</a:t>
                      </a:r>
                      <a:endParaRPr lang="en-US" altLang="zh-CN" sz="1100"/>
                    </a:p>
                  </a:txBody>
                  <a:tcPr marL="0" marR="101917" marT="63817" marB="63817" anchor="ctr" anchorCtr="0"/>
                </a:tc>
                <a:tc>
                  <a:txBody>
                    <a:bodyPr/>
                    <a:p>
                      <a:pPr>
                        <a:lnSpc>
                          <a:spcPts val="1250"/>
                        </a:lnSpc>
                      </a:pPr>
                      <a:r>
                        <a:rPr lang="en-US" altLang="zh-CN" sz="1100"/>
                        <a:t>Data Lock</a:t>
                      </a:r>
                      <a:endParaRPr lang="en-US" altLang="zh-CN" sz="1100"/>
                    </a:p>
                  </a:txBody>
                  <a:tcPr marL="101917" marR="0" marT="63817" marB="63817" anchor="ctr" anchorCtr="0"/>
                </a:tc>
              </a:tr>
              <a:tr h="0">
                <a:tc>
                  <a:txBody>
                    <a:bodyPr/>
                    <a:p>
                      <a:pPr>
                        <a:lnSpc>
                          <a:spcPts val="1250"/>
                        </a:lnSpc>
                      </a:pPr>
                      <a:r>
                        <a:rPr lang="en-US" altLang="zh-CN" sz="1100"/>
                        <a:t>Synchronization Protocol</a:t>
                      </a:r>
                      <a:endParaRPr lang="en-US" altLang="zh-CN" sz="1100"/>
                    </a:p>
                  </a:txBody>
                  <a:tcPr marL="0" marR="101917" marT="63817" marB="63817" anchor="ctr" anchorCtr="0"/>
                </a:tc>
                <a:tc>
                  <a:txBody>
                    <a:bodyPr/>
                    <a:p>
                      <a:pPr>
                        <a:lnSpc>
                          <a:spcPts val="1250"/>
                        </a:lnSpc>
                      </a:pPr>
                      <a:r>
                        <a:rPr lang="en-US" altLang="zh-CN" sz="1100"/>
                        <a:t>Concurrency Control</a:t>
                      </a:r>
                      <a:endParaRPr lang="en-US" altLang="zh-CN" sz="1100"/>
                    </a:p>
                  </a:txBody>
                  <a:tcPr marL="101917" marR="0" marT="63817" marB="63817" anchor="ctr" anchorCtr="0"/>
                </a:tc>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0930" name="Rectangle 2"/>
          <p:cNvSpPr>
            <a:spLocks noGrp="1" noChangeArrowheads="1"/>
          </p:cNvSpPr>
          <p:nvPr>
            <p:ph type="title"/>
          </p:nvPr>
        </p:nvSpPr>
        <p:spPr/>
        <p:txBody>
          <a:bodyPr/>
          <a:lstStyle/>
          <a:p>
            <a:pPr>
              <a:defRPr/>
            </a:pPr>
            <a:r>
              <a:rPr lang="en-US">
                <a:effectLst>
                  <a:outerShdw blurRad="38100" dist="38100" dir="2700000" algn="tl">
                    <a:srgbClr val="C0C0C0"/>
                  </a:outerShdw>
                </a:effectLst>
              </a:rPr>
              <a:t>Transaction Concept</a:t>
            </a:r>
            <a:endParaRPr lang="en-US">
              <a:effectLst>
                <a:outerShdw blurRad="38100" dist="38100" dir="2700000" algn="tl">
                  <a:srgbClr val="C0C0C0"/>
                </a:outerShdw>
              </a:effectLst>
            </a:endParaRPr>
          </a:p>
        </p:txBody>
      </p:sp>
      <p:sp>
        <p:nvSpPr>
          <p:cNvPr id="6147" name="Rectangle 3"/>
          <p:cNvSpPr>
            <a:spLocks noGrp="1" noChangeArrowheads="1"/>
          </p:cNvSpPr>
          <p:nvPr>
            <p:ph idx="1"/>
          </p:nvPr>
        </p:nvSpPr>
        <p:spPr>
          <a:xfrm>
            <a:off x="1669002" y="826873"/>
            <a:ext cx="5845946" cy="4025979"/>
          </a:xfrm>
        </p:spPr>
        <p:txBody>
          <a:bodyPr/>
          <a:lstStyle/>
          <a:p>
            <a:r>
              <a:rPr lang="en-US" altLang="en-US" sz="1400" dirty="0"/>
              <a:t>A </a:t>
            </a:r>
            <a:r>
              <a:rPr lang="en-US" altLang="en-US" sz="1400" b="1" dirty="0">
                <a:solidFill>
                  <a:srgbClr val="000099"/>
                </a:solidFill>
              </a:rPr>
              <a:t>transaction</a:t>
            </a:r>
            <a:r>
              <a:rPr lang="en-US" altLang="en-US" sz="1400" i="1" dirty="0"/>
              <a:t> </a:t>
            </a:r>
            <a:r>
              <a:rPr lang="en-US" altLang="en-US" sz="1400" dirty="0"/>
              <a:t>is a </a:t>
            </a:r>
            <a:r>
              <a:rPr lang="en-US" altLang="en-US" sz="1400" i="1" dirty="0"/>
              <a:t>unit </a:t>
            </a:r>
            <a:r>
              <a:rPr lang="en-US" altLang="en-US" sz="1400" dirty="0"/>
              <a:t>of program execution that accesses and  possibly updates various data items.</a:t>
            </a:r>
            <a:endParaRPr lang="en-US" altLang="en-US" sz="1400" dirty="0"/>
          </a:p>
          <a:p>
            <a:r>
              <a:rPr lang="en-US" altLang="en-US" sz="1400" dirty="0"/>
              <a:t>E.g</a:t>
            </a:r>
            <a:r>
              <a:rPr lang="en-US" altLang="en-US" sz="1400" dirty="0" smtClean="0"/>
              <a:t>., </a:t>
            </a:r>
            <a:r>
              <a:rPr lang="en-US" altLang="en-US" sz="1400" dirty="0"/>
              <a:t>transaction to transfer $50 from account A to account B:</a:t>
            </a:r>
            <a:endParaRPr lang="en-US" altLang="en-US" sz="1400" dirty="0"/>
          </a:p>
          <a:p>
            <a:pPr lvl="1">
              <a:buFont typeface="Monotype Sorts" pitchFamily="-65" charset="2"/>
              <a:buNone/>
            </a:pPr>
            <a:r>
              <a:rPr lang="en-US" altLang="en-US" sz="800" dirty="0"/>
              <a:t>1.	</a:t>
            </a:r>
            <a:r>
              <a:rPr lang="en-US" altLang="en-US" sz="800" b="1" dirty="0"/>
              <a:t>read</a:t>
            </a:r>
            <a:r>
              <a:rPr lang="en-US" altLang="en-US" sz="800" dirty="0"/>
              <a:t>(</a:t>
            </a:r>
            <a:r>
              <a:rPr lang="en-US" altLang="en-US" sz="800" i="1" dirty="0"/>
              <a:t>A</a:t>
            </a:r>
            <a:r>
              <a:rPr lang="en-US" altLang="en-US" sz="800" dirty="0"/>
              <a:t>)</a:t>
            </a:r>
            <a:endParaRPr lang="en-US" altLang="en-US" sz="800" dirty="0"/>
          </a:p>
          <a:p>
            <a:pPr lvl="1">
              <a:buFont typeface="Monotype Sorts" pitchFamily="-65" charset="2"/>
              <a:buNone/>
            </a:pPr>
            <a:r>
              <a:rPr lang="en-US" altLang="en-US" sz="800" dirty="0"/>
              <a:t>2.	</a:t>
            </a:r>
            <a:r>
              <a:rPr lang="en-US" altLang="en-US" sz="800" i="1" dirty="0"/>
              <a:t>A</a:t>
            </a:r>
            <a:r>
              <a:rPr lang="en-US" altLang="en-US" sz="800" dirty="0"/>
              <a:t> := </a:t>
            </a:r>
            <a:r>
              <a:rPr lang="en-US" altLang="en-US" sz="800" i="1" dirty="0"/>
              <a:t>A – </a:t>
            </a:r>
            <a:r>
              <a:rPr lang="en-US" altLang="en-US" sz="800" dirty="0"/>
              <a:t>50</a:t>
            </a:r>
            <a:endParaRPr lang="en-US" altLang="en-US" sz="800" dirty="0"/>
          </a:p>
          <a:p>
            <a:pPr lvl="1">
              <a:buFont typeface="Monotype Sorts" pitchFamily="-65" charset="2"/>
              <a:buNone/>
            </a:pPr>
            <a:r>
              <a:rPr lang="en-US" altLang="en-US" sz="800" dirty="0"/>
              <a:t>3.	</a:t>
            </a:r>
            <a:r>
              <a:rPr lang="en-US" altLang="en-US" sz="800" b="1" dirty="0"/>
              <a:t>write</a:t>
            </a:r>
            <a:r>
              <a:rPr lang="en-US" altLang="en-US" sz="800" dirty="0"/>
              <a:t>(</a:t>
            </a:r>
            <a:r>
              <a:rPr lang="en-US" altLang="en-US" sz="800" i="1" dirty="0"/>
              <a:t>A</a:t>
            </a:r>
            <a:r>
              <a:rPr lang="en-US" altLang="en-US" sz="800" dirty="0"/>
              <a:t>)</a:t>
            </a:r>
            <a:endParaRPr lang="en-US" altLang="en-US" sz="800" dirty="0"/>
          </a:p>
          <a:p>
            <a:pPr lvl="1">
              <a:buFont typeface="Monotype Sorts" pitchFamily="-65" charset="2"/>
              <a:buNone/>
            </a:pPr>
            <a:r>
              <a:rPr lang="en-US" altLang="en-US" sz="800" dirty="0"/>
              <a:t>4.	</a:t>
            </a:r>
            <a:r>
              <a:rPr lang="en-US" altLang="en-US" sz="800" b="1" dirty="0"/>
              <a:t>read</a:t>
            </a:r>
            <a:r>
              <a:rPr lang="en-US" altLang="en-US" sz="800" dirty="0"/>
              <a:t>(</a:t>
            </a:r>
            <a:r>
              <a:rPr lang="en-US" altLang="en-US" sz="800" i="1" dirty="0"/>
              <a:t>B</a:t>
            </a:r>
            <a:r>
              <a:rPr lang="en-US" altLang="en-US" sz="800" dirty="0"/>
              <a:t>)</a:t>
            </a:r>
            <a:endParaRPr lang="en-US" altLang="en-US" sz="800" dirty="0"/>
          </a:p>
          <a:p>
            <a:pPr lvl="1">
              <a:buFont typeface="Monotype Sorts" pitchFamily="-65" charset="2"/>
              <a:buNone/>
            </a:pPr>
            <a:r>
              <a:rPr lang="en-US" altLang="en-US" sz="800" dirty="0"/>
              <a:t>5.	</a:t>
            </a:r>
            <a:r>
              <a:rPr lang="en-US" altLang="en-US" sz="800" i="1" dirty="0"/>
              <a:t>B</a:t>
            </a:r>
            <a:r>
              <a:rPr lang="en-US" altLang="en-US" sz="800" dirty="0"/>
              <a:t> := </a:t>
            </a:r>
            <a:r>
              <a:rPr lang="en-US" altLang="en-US" sz="800" i="1" dirty="0"/>
              <a:t>B + </a:t>
            </a:r>
            <a:r>
              <a:rPr lang="en-US" altLang="en-US" sz="800" dirty="0"/>
              <a:t>50</a:t>
            </a:r>
            <a:endParaRPr lang="en-US" altLang="en-US" sz="800" dirty="0"/>
          </a:p>
          <a:p>
            <a:pPr lvl="1">
              <a:buFont typeface="Monotype Sorts" pitchFamily="-65" charset="2"/>
              <a:buNone/>
            </a:pPr>
            <a:r>
              <a:rPr lang="en-US" altLang="en-US" sz="800" dirty="0"/>
              <a:t>6.	</a:t>
            </a:r>
            <a:r>
              <a:rPr lang="en-US" altLang="en-US" sz="800" b="1" dirty="0"/>
              <a:t>write</a:t>
            </a:r>
            <a:r>
              <a:rPr lang="en-US" altLang="en-US" sz="800" dirty="0"/>
              <a:t>(</a:t>
            </a:r>
            <a:r>
              <a:rPr lang="en-US" altLang="en-US" sz="800" i="1" dirty="0"/>
              <a:t>B)</a:t>
            </a:r>
            <a:endParaRPr lang="en-US" altLang="en-US" sz="1400" dirty="0"/>
          </a:p>
          <a:p>
            <a:r>
              <a:rPr lang="en-US" altLang="en-US" sz="1400" dirty="0"/>
              <a:t>Two main issues to deal with:</a:t>
            </a:r>
            <a:endParaRPr lang="en-US" altLang="en-US" sz="1400" dirty="0"/>
          </a:p>
          <a:p>
            <a:pPr lvl="1"/>
            <a:r>
              <a:rPr lang="en-US" altLang="en-US" sz="1400" dirty="0"/>
              <a:t>Failures of various kinds, such as hardware failures and system crashes</a:t>
            </a:r>
            <a:endParaRPr lang="en-US" altLang="en-US" sz="1400" dirty="0"/>
          </a:p>
          <a:p>
            <a:pPr lvl="1"/>
            <a:r>
              <a:rPr lang="en-US" altLang="en-US" sz="1400" dirty="0"/>
              <a:t>Concurrent execution of multiple transactions</a:t>
            </a:r>
            <a:endParaRPr lang="en-US" altLang="en-US" sz="1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2978" name="Rectangle 2"/>
          <p:cNvSpPr>
            <a:spLocks noGrp="1" noChangeArrowheads="1"/>
          </p:cNvSpPr>
          <p:nvPr>
            <p:ph type="title"/>
          </p:nvPr>
        </p:nvSpPr>
        <p:spPr/>
        <p:txBody>
          <a:bodyPr/>
          <a:lstStyle/>
          <a:p>
            <a:pPr>
              <a:defRPr/>
            </a:pPr>
            <a:r>
              <a:rPr lang="en-US">
                <a:effectLst>
                  <a:outerShdw blurRad="38100" dist="38100" dir="2700000" algn="tl">
                    <a:srgbClr val="C0C0C0"/>
                  </a:outerShdw>
                </a:effectLst>
              </a:rPr>
              <a:t>Example of Fund Transfer</a:t>
            </a:r>
            <a:endParaRPr lang="en-US">
              <a:effectLst>
                <a:outerShdw blurRad="38100" dist="38100" dir="2700000" algn="tl">
                  <a:srgbClr val="C0C0C0"/>
                </a:outerShdw>
              </a:effectLst>
            </a:endParaRPr>
          </a:p>
        </p:txBody>
      </p:sp>
      <p:sp>
        <p:nvSpPr>
          <p:cNvPr id="7171" name="Rectangle 3"/>
          <p:cNvSpPr>
            <a:spLocks noGrp="1" noChangeArrowheads="1"/>
          </p:cNvSpPr>
          <p:nvPr>
            <p:ph idx="1"/>
          </p:nvPr>
        </p:nvSpPr>
        <p:spPr>
          <a:xfrm>
            <a:off x="1622394" y="826873"/>
            <a:ext cx="5879237" cy="4025979"/>
          </a:xfrm>
        </p:spPr>
        <p:txBody>
          <a:bodyPr/>
          <a:lstStyle/>
          <a:p>
            <a:r>
              <a:rPr lang="en-US" altLang="en-US" sz="900" dirty="0"/>
              <a:t>Transaction to transfer $50 from account A to account B:</a:t>
            </a:r>
            <a:endParaRPr lang="en-US" altLang="en-US" sz="900" dirty="0"/>
          </a:p>
          <a:p>
            <a:pPr lvl="1">
              <a:buFont typeface="Monotype Sorts" pitchFamily="-65" charset="2"/>
              <a:buNone/>
            </a:pPr>
            <a:r>
              <a:rPr lang="en-US" altLang="en-US" sz="900" dirty="0"/>
              <a:t>1.	</a:t>
            </a:r>
            <a:r>
              <a:rPr lang="en-US" altLang="en-US" sz="900" b="1" dirty="0"/>
              <a:t>read</a:t>
            </a:r>
            <a:r>
              <a:rPr lang="en-US" altLang="en-US" sz="900" dirty="0"/>
              <a:t>(</a:t>
            </a:r>
            <a:r>
              <a:rPr lang="en-US" altLang="en-US" sz="900" i="1" dirty="0"/>
              <a:t>A</a:t>
            </a:r>
            <a:r>
              <a:rPr lang="en-US" altLang="en-US" sz="900" dirty="0"/>
              <a:t>)</a:t>
            </a:r>
            <a:endParaRPr lang="en-US" altLang="en-US" sz="900" dirty="0"/>
          </a:p>
          <a:p>
            <a:pPr lvl="1">
              <a:buFont typeface="Monotype Sorts" pitchFamily="-65" charset="2"/>
              <a:buNone/>
            </a:pPr>
            <a:r>
              <a:rPr lang="en-US" altLang="en-US" sz="900" dirty="0"/>
              <a:t>2.	</a:t>
            </a:r>
            <a:r>
              <a:rPr lang="en-US" altLang="en-US" sz="900" i="1" dirty="0"/>
              <a:t>A</a:t>
            </a:r>
            <a:r>
              <a:rPr lang="en-US" altLang="en-US" sz="900" dirty="0"/>
              <a:t> := </a:t>
            </a:r>
            <a:r>
              <a:rPr lang="en-US" altLang="en-US" sz="900" i="1" dirty="0"/>
              <a:t>A – </a:t>
            </a:r>
            <a:r>
              <a:rPr lang="en-US" altLang="en-US" sz="900" dirty="0"/>
              <a:t>50</a:t>
            </a:r>
            <a:endParaRPr lang="en-US" altLang="en-US" sz="900" dirty="0"/>
          </a:p>
          <a:p>
            <a:pPr lvl="1">
              <a:buFont typeface="Monotype Sorts" pitchFamily="-65" charset="2"/>
              <a:buNone/>
            </a:pPr>
            <a:r>
              <a:rPr lang="en-US" altLang="en-US" sz="900" dirty="0"/>
              <a:t>3.	</a:t>
            </a:r>
            <a:r>
              <a:rPr lang="en-US" altLang="en-US" sz="900" b="1" dirty="0"/>
              <a:t>write</a:t>
            </a:r>
            <a:r>
              <a:rPr lang="en-US" altLang="en-US" sz="900" dirty="0"/>
              <a:t>(</a:t>
            </a:r>
            <a:r>
              <a:rPr lang="en-US" altLang="en-US" sz="900" i="1" dirty="0"/>
              <a:t>A</a:t>
            </a:r>
            <a:r>
              <a:rPr lang="en-US" altLang="en-US" sz="900" dirty="0"/>
              <a:t>)</a:t>
            </a:r>
            <a:endParaRPr lang="en-US" altLang="en-US" sz="900" dirty="0"/>
          </a:p>
          <a:p>
            <a:pPr lvl="1">
              <a:buFont typeface="Monotype Sorts" pitchFamily="-65" charset="2"/>
              <a:buNone/>
            </a:pPr>
            <a:r>
              <a:rPr lang="en-US" altLang="en-US" sz="900" dirty="0"/>
              <a:t>4.	</a:t>
            </a:r>
            <a:r>
              <a:rPr lang="en-US" altLang="en-US" sz="900" b="1" dirty="0"/>
              <a:t>read</a:t>
            </a:r>
            <a:r>
              <a:rPr lang="en-US" altLang="en-US" sz="900" dirty="0"/>
              <a:t>(</a:t>
            </a:r>
            <a:r>
              <a:rPr lang="en-US" altLang="en-US" sz="900" i="1" dirty="0"/>
              <a:t>B</a:t>
            </a:r>
            <a:r>
              <a:rPr lang="en-US" altLang="en-US" sz="900" dirty="0"/>
              <a:t>)</a:t>
            </a:r>
            <a:endParaRPr lang="en-US" altLang="en-US" sz="900" dirty="0"/>
          </a:p>
          <a:p>
            <a:pPr lvl="1">
              <a:buFont typeface="Monotype Sorts" pitchFamily="-65" charset="2"/>
              <a:buNone/>
            </a:pPr>
            <a:r>
              <a:rPr lang="en-US" altLang="en-US" sz="900" dirty="0"/>
              <a:t>5.	</a:t>
            </a:r>
            <a:r>
              <a:rPr lang="en-US" altLang="en-US" sz="900" i="1" dirty="0"/>
              <a:t>B</a:t>
            </a:r>
            <a:r>
              <a:rPr lang="en-US" altLang="en-US" sz="900" dirty="0"/>
              <a:t> := </a:t>
            </a:r>
            <a:r>
              <a:rPr lang="en-US" altLang="en-US" sz="900" i="1" dirty="0"/>
              <a:t>B + </a:t>
            </a:r>
            <a:r>
              <a:rPr lang="en-US" altLang="en-US" sz="900" dirty="0"/>
              <a:t>50</a:t>
            </a:r>
            <a:endParaRPr lang="en-US" altLang="en-US" sz="900" dirty="0"/>
          </a:p>
          <a:p>
            <a:pPr lvl="1">
              <a:buFont typeface="Monotype Sorts" pitchFamily="-65" charset="2"/>
              <a:buNone/>
            </a:pPr>
            <a:r>
              <a:rPr lang="en-US" altLang="en-US" sz="900" dirty="0"/>
              <a:t>6.	</a:t>
            </a:r>
            <a:r>
              <a:rPr lang="en-US" altLang="en-US" sz="900" b="1" dirty="0"/>
              <a:t>write</a:t>
            </a:r>
            <a:r>
              <a:rPr lang="en-US" altLang="en-US" sz="900" dirty="0"/>
              <a:t>(</a:t>
            </a:r>
            <a:r>
              <a:rPr lang="en-US" altLang="en-US" sz="900" i="1" dirty="0"/>
              <a:t>B)</a:t>
            </a:r>
            <a:endParaRPr lang="en-US" altLang="en-US" sz="900" i="1" dirty="0"/>
          </a:p>
          <a:p>
            <a:r>
              <a:rPr lang="en-US" altLang="en-US" sz="900" b="1" dirty="0">
                <a:solidFill>
                  <a:srgbClr val="000099"/>
                </a:solidFill>
              </a:rPr>
              <a:t>Atomicity requirement</a:t>
            </a:r>
            <a:r>
              <a:rPr lang="en-US" altLang="en-US" sz="900" dirty="0"/>
              <a:t> </a:t>
            </a:r>
            <a:endParaRPr lang="en-US" altLang="en-US" sz="900" dirty="0"/>
          </a:p>
          <a:p>
            <a:pPr lvl="1"/>
            <a:r>
              <a:rPr lang="en-US" altLang="en-US" sz="900" dirty="0"/>
              <a:t>If the transaction fails after step 3 and before step 6, money will be </a:t>
            </a:r>
            <a:r>
              <a:rPr lang="ja-JP" altLang="en-US" sz="900" dirty="0"/>
              <a:t>“</a:t>
            </a:r>
            <a:r>
              <a:rPr lang="en-US" altLang="ja-JP" sz="900" dirty="0"/>
              <a:t>lost</a:t>
            </a:r>
            <a:r>
              <a:rPr lang="ja-JP" altLang="en-US" sz="900" dirty="0"/>
              <a:t>”</a:t>
            </a:r>
            <a:r>
              <a:rPr lang="en-US" altLang="ja-JP" sz="900" dirty="0"/>
              <a:t> leading to an inconsistent database state</a:t>
            </a:r>
            <a:endParaRPr lang="en-US" altLang="ja-JP" sz="900" dirty="0"/>
          </a:p>
          <a:p>
            <a:pPr lvl="2"/>
            <a:r>
              <a:rPr lang="en-US" altLang="en-US" sz="900" dirty="0"/>
              <a:t>Failure could be due to software or hardware</a:t>
            </a:r>
            <a:endParaRPr lang="en-US" altLang="en-US" sz="900" dirty="0"/>
          </a:p>
          <a:p>
            <a:pPr lvl="1"/>
            <a:r>
              <a:rPr lang="en-US" altLang="en-US" sz="900" dirty="0"/>
              <a:t>The system should ensure that updates of a partially executed transaction are not reflected in the database</a:t>
            </a:r>
            <a:endParaRPr lang="en-US" altLang="en-US" sz="900" dirty="0"/>
          </a:p>
          <a:p>
            <a:r>
              <a:rPr lang="en-US" altLang="en-US" sz="900" b="1" dirty="0">
                <a:solidFill>
                  <a:srgbClr val="000099"/>
                </a:solidFill>
              </a:rPr>
              <a:t>Durability requirement</a:t>
            </a:r>
            <a:r>
              <a:rPr lang="en-US" altLang="en-US" sz="900" dirty="0"/>
              <a:t> — once the user has been notified that the transaction has completed (i.e., the transfer of the $50 has taken place), the updates to the database by the transaction must persist even if there are software or hardware failures.</a:t>
            </a:r>
            <a:endParaRPr lang="en-US" alt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8386" name="Rectangle 2"/>
          <p:cNvSpPr>
            <a:spLocks noGrp="1" noChangeArrowheads="1"/>
          </p:cNvSpPr>
          <p:nvPr>
            <p:ph type="title"/>
          </p:nvPr>
        </p:nvSpPr>
        <p:spPr/>
        <p:txBody>
          <a:bodyPr/>
          <a:lstStyle/>
          <a:p>
            <a:pPr>
              <a:defRPr/>
            </a:pPr>
            <a:r>
              <a:rPr lang="en-US">
                <a:effectLst>
                  <a:outerShdw blurRad="38100" dist="38100" dir="2700000" algn="tl">
                    <a:srgbClr val="C0C0C0"/>
                  </a:outerShdw>
                </a:effectLst>
              </a:rPr>
              <a:t>Example of Fund Transfer (Cont.)</a:t>
            </a:r>
            <a:endParaRPr lang="en-US">
              <a:effectLst>
                <a:outerShdw blurRad="38100" dist="38100" dir="2700000" algn="tl">
                  <a:srgbClr val="C0C0C0"/>
                </a:outerShdw>
              </a:effectLst>
            </a:endParaRPr>
          </a:p>
        </p:txBody>
      </p:sp>
      <p:sp>
        <p:nvSpPr>
          <p:cNvPr id="528387" name="Rectangle 3"/>
          <p:cNvSpPr>
            <a:spLocks noGrp="1" noChangeArrowheads="1"/>
          </p:cNvSpPr>
          <p:nvPr>
            <p:ph idx="1"/>
          </p:nvPr>
        </p:nvSpPr>
        <p:spPr>
          <a:xfrm>
            <a:off x="1669002" y="826873"/>
            <a:ext cx="5759388" cy="4025979"/>
          </a:xfrm>
        </p:spPr>
        <p:txBody>
          <a:bodyPr/>
          <a:lstStyle/>
          <a:p>
            <a:r>
              <a:rPr lang="en-US" altLang="en-US" sz="1200" b="1" dirty="0">
                <a:solidFill>
                  <a:srgbClr val="000099"/>
                </a:solidFill>
              </a:rPr>
              <a:t>Consistency requirement</a:t>
            </a:r>
            <a:r>
              <a:rPr lang="en-US" altLang="en-US" sz="1200" dirty="0"/>
              <a:t> in above example:</a:t>
            </a:r>
            <a:endParaRPr lang="en-US" altLang="en-US" sz="1200" dirty="0"/>
          </a:p>
          <a:p>
            <a:pPr lvl="1"/>
            <a:r>
              <a:rPr lang="en-US" altLang="en-US" sz="1200" dirty="0"/>
              <a:t> The sum of A and B is unchanged by the execution of the transaction</a:t>
            </a:r>
            <a:endParaRPr lang="en-US" altLang="en-US" sz="1200" dirty="0"/>
          </a:p>
          <a:p>
            <a:r>
              <a:rPr lang="en-US" altLang="en-US" sz="1200" dirty="0"/>
              <a:t>In general, consistency requirements include </a:t>
            </a:r>
            <a:endParaRPr lang="en-US" altLang="en-US" sz="1200" dirty="0"/>
          </a:p>
          <a:p>
            <a:pPr lvl="1"/>
            <a:r>
              <a:rPr lang="en-US" altLang="en-US" sz="1200" dirty="0"/>
              <a:t>Explicitly specified integrity constraints such as primary keys and foreign keys</a:t>
            </a:r>
            <a:endParaRPr lang="en-US" altLang="en-US" sz="1200" dirty="0"/>
          </a:p>
          <a:p>
            <a:pPr lvl="1"/>
            <a:r>
              <a:rPr lang="en-US" altLang="en-US" sz="1200" dirty="0"/>
              <a:t>Implicit integrity constraints</a:t>
            </a:r>
            <a:endParaRPr lang="en-US" altLang="en-US" sz="1200" dirty="0"/>
          </a:p>
          <a:p>
            <a:pPr lvl="2"/>
            <a:r>
              <a:rPr lang="en-US" altLang="en-US" sz="1200" dirty="0"/>
              <a:t>e.g., sum of balances of all accounts, minus sum of loan amounts must equal value of cash-in-hand</a:t>
            </a:r>
            <a:endParaRPr lang="en-US" altLang="en-US" sz="1200" dirty="0"/>
          </a:p>
          <a:p>
            <a:pPr lvl="1"/>
            <a:r>
              <a:rPr lang="en-US" altLang="en-US" sz="1200" dirty="0"/>
              <a:t>A transaction must see a consistent database.</a:t>
            </a:r>
            <a:endParaRPr lang="en-US" altLang="en-US" sz="1200" dirty="0"/>
          </a:p>
          <a:p>
            <a:pPr lvl="1"/>
            <a:r>
              <a:rPr lang="en-US" altLang="en-US" sz="1200" dirty="0"/>
              <a:t>During transaction execution the database may be temporarily inconsistent.</a:t>
            </a:r>
            <a:endParaRPr lang="en-US" altLang="en-US" sz="1200" dirty="0"/>
          </a:p>
          <a:p>
            <a:pPr lvl="1"/>
            <a:r>
              <a:rPr lang="en-US" altLang="en-US" sz="1200" dirty="0"/>
              <a:t>When the transaction completes successfully the database must be consistent</a:t>
            </a:r>
            <a:endParaRPr lang="en-US" altLang="en-US" sz="1200" dirty="0"/>
          </a:p>
          <a:p>
            <a:pPr lvl="2"/>
            <a:r>
              <a:rPr lang="en-US" altLang="en-US" sz="1200" dirty="0"/>
              <a:t>Erroneous transaction logic can lead to inconsistency</a:t>
            </a:r>
            <a:endParaRPr lang="en-US" altLang="en-US" sz="1200" dirty="0"/>
          </a:p>
          <a:p>
            <a:pPr>
              <a:lnSpc>
                <a:spcPct val="80000"/>
              </a:lnSpc>
              <a:buFont typeface="Monotype Sorts" pitchFamily="-65" charset="2"/>
              <a:buNone/>
            </a:pPr>
            <a:endParaRPr lang="en-US" altLang="en-US" sz="1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28387">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28387">
                                            <p:txEl>
                                              <p:pRg st="3" end="3"/>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528387">
                                            <p:txEl>
                                              <p:pRg st="4" end="4"/>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528387">
                                            <p:txEl>
                                              <p:pRg st="5" end="5"/>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528387">
                                            <p:txEl>
                                              <p:pRg st="6" end="6"/>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528387">
                                            <p:txEl>
                                              <p:pRg st="7" end="7"/>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528387">
                                            <p:txEl>
                                              <p:pRg st="8" end="8"/>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528387">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4002" name="Rectangle 2"/>
          <p:cNvSpPr>
            <a:spLocks noGrp="1" noChangeArrowheads="1"/>
          </p:cNvSpPr>
          <p:nvPr>
            <p:ph type="title"/>
          </p:nvPr>
        </p:nvSpPr>
        <p:spPr/>
        <p:txBody>
          <a:bodyPr/>
          <a:lstStyle/>
          <a:p>
            <a:pPr>
              <a:defRPr/>
            </a:pPr>
            <a:r>
              <a:rPr lang="en-US">
                <a:effectLst>
                  <a:outerShdw blurRad="38100" dist="38100" dir="2700000" algn="tl">
                    <a:srgbClr val="C0C0C0"/>
                  </a:outerShdw>
                </a:effectLst>
              </a:rPr>
              <a:t>Example of Fund Transfer (Cont.)</a:t>
            </a:r>
            <a:endParaRPr lang="en-US">
              <a:effectLst>
                <a:outerShdw blurRad="38100" dist="38100" dir="2700000" algn="tl">
                  <a:srgbClr val="C0C0C0"/>
                </a:outerShdw>
              </a:effectLst>
            </a:endParaRPr>
          </a:p>
        </p:txBody>
      </p:sp>
      <p:sp>
        <p:nvSpPr>
          <p:cNvPr id="9219" name="Rectangle 3"/>
          <p:cNvSpPr>
            <a:spLocks noGrp="1" noChangeArrowheads="1"/>
          </p:cNvSpPr>
          <p:nvPr>
            <p:ph idx="1"/>
          </p:nvPr>
        </p:nvSpPr>
        <p:spPr>
          <a:xfrm>
            <a:off x="1662344" y="826873"/>
            <a:ext cx="5859263" cy="4025979"/>
          </a:xfrm>
        </p:spPr>
        <p:txBody>
          <a:bodyPr/>
          <a:lstStyle/>
          <a:p>
            <a:r>
              <a:rPr lang="en-US" altLang="en-US" sz="1200" b="1" dirty="0">
                <a:solidFill>
                  <a:srgbClr val="000099"/>
                </a:solidFill>
              </a:rPr>
              <a:t>Isolation requirement</a:t>
            </a:r>
            <a:r>
              <a:rPr lang="en-US" altLang="en-US" sz="1200" dirty="0"/>
              <a:t> — if between steps 3 and 6, another transaction T2 is allowed to access the partially updated database, it will see an inconsistent database (the sum  </a:t>
            </a:r>
            <a:r>
              <a:rPr lang="en-US" altLang="en-US" sz="1200" i="1" dirty="0"/>
              <a:t>A + B</a:t>
            </a:r>
            <a:r>
              <a:rPr lang="en-US" altLang="en-US" sz="1200" dirty="0"/>
              <a:t> will be less than it should be</a:t>
            </a:r>
            <a:r>
              <a:rPr lang="en-US" altLang="en-US" sz="1200" dirty="0" smtClean="0"/>
              <a:t>).</a:t>
            </a:r>
            <a:endParaRPr lang="en-US" altLang="en-US" sz="1200" dirty="0" smtClean="0"/>
          </a:p>
          <a:p>
            <a:pPr marL="0" indent="0">
              <a:buNone/>
            </a:pPr>
            <a:br>
              <a:rPr lang="en-US" altLang="en-US" sz="1200" dirty="0"/>
            </a:br>
            <a:r>
              <a:rPr lang="en-US" altLang="en-US" sz="1200" dirty="0"/>
              <a:t>        </a:t>
            </a:r>
            <a:r>
              <a:rPr lang="en-US" altLang="en-US" sz="1200" dirty="0" smtClean="0"/>
              <a:t>      </a:t>
            </a:r>
            <a:r>
              <a:rPr lang="en-US" altLang="en-US" sz="1200" b="1" dirty="0"/>
              <a:t>T1                                        T2</a:t>
            </a:r>
            <a:endParaRPr lang="en-US" altLang="en-US" sz="1200" b="1" dirty="0"/>
          </a:p>
          <a:p>
            <a:pPr lvl="1">
              <a:lnSpc>
                <a:spcPct val="90000"/>
              </a:lnSpc>
              <a:buFont typeface="Monotype Sorts" pitchFamily="-65" charset="2"/>
              <a:buNone/>
            </a:pPr>
            <a:r>
              <a:rPr lang="en-US" altLang="en-US" sz="700" dirty="0"/>
              <a:t>1.	</a:t>
            </a:r>
            <a:r>
              <a:rPr lang="en-US" altLang="en-US" sz="700" b="1" dirty="0"/>
              <a:t>read</a:t>
            </a:r>
            <a:r>
              <a:rPr lang="en-US" altLang="en-US" sz="700" dirty="0"/>
              <a:t>(</a:t>
            </a:r>
            <a:r>
              <a:rPr lang="en-US" altLang="en-US" sz="700" i="1" dirty="0"/>
              <a:t>A</a:t>
            </a:r>
            <a:r>
              <a:rPr lang="en-US" altLang="en-US" sz="700" dirty="0"/>
              <a:t>)</a:t>
            </a:r>
            <a:endParaRPr lang="en-US" altLang="en-US" sz="700" dirty="0"/>
          </a:p>
          <a:p>
            <a:pPr lvl="1">
              <a:lnSpc>
                <a:spcPct val="90000"/>
              </a:lnSpc>
              <a:buFont typeface="Monotype Sorts" pitchFamily="-65" charset="2"/>
              <a:buNone/>
            </a:pPr>
            <a:r>
              <a:rPr lang="en-US" altLang="en-US" sz="700" dirty="0"/>
              <a:t>2.	</a:t>
            </a:r>
            <a:r>
              <a:rPr lang="en-US" altLang="en-US" sz="700" i="1" dirty="0"/>
              <a:t>A</a:t>
            </a:r>
            <a:r>
              <a:rPr lang="en-US" altLang="en-US" sz="700" dirty="0"/>
              <a:t> := </a:t>
            </a:r>
            <a:r>
              <a:rPr lang="en-US" altLang="en-US" sz="700" i="1" dirty="0"/>
              <a:t>A – </a:t>
            </a:r>
            <a:r>
              <a:rPr lang="en-US" altLang="en-US" sz="700" dirty="0"/>
              <a:t>50</a:t>
            </a:r>
            <a:endParaRPr lang="en-US" altLang="en-US" sz="700" dirty="0"/>
          </a:p>
          <a:p>
            <a:pPr lvl="1">
              <a:lnSpc>
                <a:spcPct val="90000"/>
              </a:lnSpc>
              <a:buFont typeface="Monotype Sorts" pitchFamily="-65" charset="2"/>
              <a:buNone/>
            </a:pPr>
            <a:r>
              <a:rPr lang="en-US" altLang="en-US" sz="700" dirty="0"/>
              <a:t>3.	</a:t>
            </a:r>
            <a:r>
              <a:rPr lang="en-US" altLang="en-US" sz="700" b="1" dirty="0"/>
              <a:t>write</a:t>
            </a:r>
            <a:r>
              <a:rPr lang="en-US" altLang="en-US" sz="700" dirty="0"/>
              <a:t>(</a:t>
            </a:r>
            <a:r>
              <a:rPr lang="en-US" altLang="en-US" sz="700" i="1" dirty="0"/>
              <a:t>A</a:t>
            </a:r>
            <a:r>
              <a:rPr lang="en-US" altLang="en-US" sz="700" dirty="0"/>
              <a:t>)</a:t>
            </a:r>
            <a:br>
              <a:rPr lang="en-US" altLang="en-US" sz="700" dirty="0"/>
            </a:br>
            <a:r>
              <a:rPr lang="en-US" altLang="en-US" sz="700" dirty="0"/>
              <a:t>                                                             read(A), read(B), print(A+B)</a:t>
            </a:r>
            <a:endParaRPr lang="en-US" altLang="en-US" sz="700" dirty="0"/>
          </a:p>
          <a:p>
            <a:pPr lvl="1">
              <a:lnSpc>
                <a:spcPct val="90000"/>
              </a:lnSpc>
              <a:buFont typeface="Monotype Sorts" pitchFamily="-65" charset="2"/>
              <a:buNone/>
            </a:pPr>
            <a:r>
              <a:rPr lang="en-US" altLang="en-US" sz="700" dirty="0"/>
              <a:t>4.	</a:t>
            </a:r>
            <a:r>
              <a:rPr lang="en-US" altLang="en-US" sz="700" b="1" dirty="0"/>
              <a:t>read</a:t>
            </a:r>
            <a:r>
              <a:rPr lang="en-US" altLang="en-US" sz="700" dirty="0"/>
              <a:t>(</a:t>
            </a:r>
            <a:r>
              <a:rPr lang="en-US" altLang="en-US" sz="700" i="1" dirty="0"/>
              <a:t>B</a:t>
            </a:r>
            <a:r>
              <a:rPr lang="en-US" altLang="en-US" sz="700" dirty="0"/>
              <a:t>)</a:t>
            </a:r>
            <a:endParaRPr lang="en-US" altLang="en-US" sz="700" dirty="0"/>
          </a:p>
          <a:p>
            <a:pPr lvl="1">
              <a:lnSpc>
                <a:spcPct val="90000"/>
              </a:lnSpc>
              <a:buFont typeface="Monotype Sorts" pitchFamily="-65" charset="2"/>
              <a:buNone/>
            </a:pPr>
            <a:r>
              <a:rPr lang="en-US" altLang="en-US" sz="700" dirty="0"/>
              <a:t>5.	</a:t>
            </a:r>
            <a:r>
              <a:rPr lang="en-US" altLang="en-US" sz="700" i="1" dirty="0"/>
              <a:t>B</a:t>
            </a:r>
            <a:r>
              <a:rPr lang="en-US" altLang="en-US" sz="700" dirty="0"/>
              <a:t> := </a:t>
            </a:r>
            <a:r>
              <a:rPr lang="en-US" altLang="en-US" sz="700" i="1" dirty="0"/>
              <a:t>B + </a:t>
            </a:r>
            <a:r>
              <a:rPr lang="en-US" altLang="en-US" sz="700" dirty="0"/>
              <a:t>50</a:t>
            </a:r>
            <a:endParaRPr lang="en-US" altLang="en-US" sz="700" dirty="0"/>
          </a:p>
          <a:p>
            <a:pPr lvl="1">
              <a:lnSpc>
                <a:spcPct val="90000"/>
              </a:lnSpc>
              <a:buFont typeface="Monotype Sorts" pitchFamily="-65" charset="2"/>
              <a:buNone/>
            </a:pPr>
            <a:r>
              <a:rPr lang="en-US" altLang="en-US" sz="700" dirty="0"/>
              <a:t>6.	</a:t>
            </a:r>
            <a:r>
              <a:rPr lang="en-US" altLang="en-US" sz="700" b="1" dirty="0"/>
              <a:t>write</a:t>
            </a:r>
            <a:r>
              <a:rPr lang="en-US" altLang="en-US" sz="700" dirty="0"/>
              <a:t>(</a:t>
            </a:r>
            <a:r>
              <a:rPr lang="en-US" altLang="en-US" sz="700" i="1" dirty="0"/>
              <a:t>B</a:t>
            </a:r>
            <a:endParaRPr lang="en-US" altLang="en-US" sz="1200" dirty="0"/>
          </a:p>
          <a:p>
            <a:pPr>
              <a:lnSpc>
                <a:spcPct val="90000"/>
              </a:lnSpc>
            </a:pPr>
            <a:r>
              <a:rPr lang="en-US" altLang="en-US" sz="1200" dirty="0"/>
              <a:t>Isolation can be ensured trivially by running transactions </a:t>
            </a:r>
            <a:r>
              <a:rPr lang="en-US" altLang="en-US" sz="1200" b="1" dirty="0">
                <a:solidFill>
                  <a:srgbClr val="000099"/>
                </a:solidFill>
              </a:rPr>
              <a:t>serially</a:t>
            </a:r>
            <a:endParaRPr lang="en-US" altLang="en-US" sz="1200" b="1" dirty="0">
              <a:solidFill>
                <a:srgbClr val="000099"/>
              </a:solidFill>
            </a:endParaRPr>
          </a:p>
          <a:p>
            <a:pPr lvl="1">
              <a:lnSpc>
                <a:spcPct val="90000"/>
              </a:lnSpc>
            </a:pPr>
            <a:r>
              <a:rPr lang="en-US" altLang="en-US" sz="1200" dirty="0"/>
              <a:t> That is, one after the other.   </a:t>
            </a:r>
            <a:endParaRPr lang="en-US" altLang="en-US" sz="1200" dirty="0"/>
          </a:p>
          <a:p>
            <a:r>
              <a:rPr lang="en-US" altLang="en-US" sz="1200" dirty="0"/>
              <a:t>However, executing multiple transactions concurrently has significant benefits, as we will see later</a:t>
            </a:r>
            <a:r>
              <a:rPr lang="en-US" altLang="en-US" sz="1200" dirty="0" smtClean="0"/>
              <a:t>. </a:t>
            </a:r>
            <a:endParaRPr lang="en-US" altLang="en-US" sz="1200" dirty="0" smtClean="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1954" name="Rectangle 2"/>
          <p:cNvSpPr>
            <a:spLocks noGrp="1" noChangeArrowheads="1"/>
          </p:cNvSpPr>
          <p:nvPr>
            <p:ph type="title"/>
          </p:nvPr>
        </p:nvSpPr>
        <p:spPr/>
        <p:txBody>
          <a:bodyPr/>
          <a:lstStyle/>
          <a:p>
            <a:pPr>
              <a:defRPr/>
            </a:pPr>
            <a:r>
              <a:rPr lang="en-US">
                <a:effectLst>
                  <a:outerShdw blurRad="38100" dist="38100" dir="2700000" algn="tl">
                    <a:srgbClr val="C0C0C0"/>
                  </a:outerShdw>
                </a:effectLst>
              </a:rPr>
              <a:t>ACID Properties</a:t>
            </a:r>
            <a:endParaRPr lang="en-US">
              <a:effectLst>
                <a:outerShdw blurRad="38100" dist="38100" dir="2700000" algn="tl">
                  <a:srgbClr val="C0C0C0"/>
                </a:outerShdw>
              </a:effectLst>
            </a:endParaRPr>
          </a:p>
        </p:txBody>
      </p:sp>
      <p:sp>
        <p:nvSpPr>
          <p:cNvPr id="10243" name="Rectangle 3"/>
          <p:cNvSpPr>
            <a:spLocks noGrp="1" noChangeArrowheads="1"/>
          </p:cNvSpPr>
          <p:nvPr>
            <p:ph idx="1"/>
          </p:nvPr>
        </p:nvSpPr>
        <p:spPr>
          <a:xfrm>
            <a:off x="1669002" y="1131331"/>
            <a:ext cx="5892554" cy="3426881"/>
          </a:xfrm>
        </p:spPr>
        <p:txBody>
          <a:bodyPr/>
          <a:lstStyle/>
          <a:p>
            <a:r>
              <a:rPr lang="en-US" altLang="en-US" sz="1200" b="1" dirty="0">
                <a:solidFill>
                  <a:srgbClr val="000099"/>
                </a:solidFill>
              </a:rPr>
              <a:t>Atomicity</a:t>
            </a:r>
            <a:r>
              <a:rPr lang="en-US" altLang="en-US" sz="1200" b="1" dirty="0"/>
              <a:t>. </a:t>
            </a:r>
            <a:r>
              <a:rPr lang="en-US" altLang="en-US" sz="1200" dirty="0"/>
              <a:t> Either all operations of the transaction are properly reflected in the database or none are.</a:t>
            </a:r>
            <a:endParaRPr lang="en-US" altLang="en-US" sz="1200" dirty="0"/>
          </a:p>
          <a:p>
            <a:r>
              <a:rPr lang="en-US" altLang="en-US" sz="1200" b="1" dirty="0">
                <a:solidFill>
                  <a:srgbClr val="000099"/>
                </a:solidFill>
              </a:rPr>
              <a:t>Consistency</a:t>
            </a:r>
            <a:r>
              <a:rPr lang="en-US" altLang="en-US" sz="1200" b="1" dirty="0"/>
              <a:t>.</a:t>
            </a:r>
            <a:r>
              <a:rPr lang="en-US" altLang="en-US" sz="1200" dirty="0"/>
              <a:t>  Execution of a transaction in isolation preserves the consistency of the database.</a:t>
            </a:r>
            <a:endParaRPr lang="en-US" altLang="en-US" sz="1200" dirty="0"/>
          </a:p>
          <a:p>
            <a:r>
              <a:rPr lang="en-US" altLang="en-US" sz="1200" b="1" dirty="0">
                <a:solidFill>
                  <a:srgbClr val="000099"/>
                </a:solidFill>
              </a:rPr>
              <a:t>Isolation</a:t>
            </a:r>
            <a:r>
              <a:rPr lang="en-US" altLang="en-US" sz="1200" b="1" dirty="0"/>
              <a:t>.</a:t>
            </a:r>
            <a:r>
              <a:rPr lang="en-US" altLang="en-US" sz="1200" dirty="0"/>
              <a:t>  Although multiple transactions may execute concurrently, each transaction must be unaware of other concurrently executing transactions.  Intermediate transaction results must be hidden from other concurrently executed transactions.  </a:t>
            </a:r>
            <a:endParaRPr lang="en-US" altLang="en-US" sz="1200" dirty="0"/>
          </a:p>
          <a:p>
            <a:pPr lvl="1"/>
            <a:r>
              <a:rPr lang="en-US" altLang="en-US" sz="1200" dirty="0"/>
              <a:t>That is, for every pair of transactions </a:t>
            </a:r>
            <a:r>
              <a:rPr lang="en-US" altLang="en-US" sz="1200" i="1" dirty="0"/>
              <a:t>T</a:t>
            </a:r>
            <a:r>
              <a:rPr lang="en-US" altLang="en-US" sz="1200" i="1" baseline="-25000" dirty="0"/>
              <a:t>i</a:t>
            </a:r>
            <a:r>
              <a:rPr lang="en-US" altLang="en-US" sz="1200" i="1" dirty="0"/>
              <a:t> </a:t>
            </a:r>
            <a:r>
              <a:rPr lang="en-US" altLang="en-US" sz="1200" dirty="0"/>
              <a:t>and </a:t>
            </a:r>
            <a:r>
              <a:rPr lang="en-US" altLang="en-US" sz="1200" i="1" dirty="0"/>
              <a:t>T</a:t>
            </a:r>
            <a:r>
              <a:rPr lang="en-US" altLang="en-US" sz="1200" i="1" baseline="-25000" dirty="0"/>
              <a:t>j</a:t>
            </a:r>
            <a:r>
              <a:rPr lang="en-US" altLang="en-US" sz="1200" i="1" dirty="0"/>
              <a:t>, </a:t>
            </a:r>
            <a:r>
              <a:rPr lang="en-US" altLang="en-US" sz="1200" dirty="0"/>
              <a:t>it appears to </a:t>
            </a:r>
            <a:r>
              <a:rPr lang="en-US" altLang="en-US" sz="1200" i="1" dirty="0"/>
              <a:t>T</a:t>
            </a:r>
            <a:r>
              <a:rPr lang="en-US" altLang="en-US" sz="1200" i="1" baseline="-25000" dirty="0"/>
              <a:t>i</a:t>
            </a:r>
            <a:r>
              <a:rPr lang="en-US" altLang="en-US" sz="1200" i="1" dirty="0"/>
              <a:t> </a:t>
            </a:r>
            <a:r>
              <a:rPr lang="en-US" altLang="en-US" sz="1200" dirty="0"/>
              <a:t>that either </a:t>
            </a:r>
            <a:r>
              <a:rPr lang="en-US" altLang="en-US" sz="1200" i="1" dirty="0"/>
              <a:t>T</a:t>
            </a:r>
            <a:r>
              <a:rPr lang="en-US" altLang="en-US" sz="1200" i="1" baseline="-25000" dirty="0"/>
              <a:t>j</a:t>
            </a:r>
            <a:r>
              <a:rPr lang="en-US" altLang="en-US" sz="1200" i="1" dirty="0"/>
              <a:t>, </a:t>
            </a:r>
            <a:r>
              <a:rPr lang="en-US" altLang="en-US" sz="1200" dirty="0"/>
              <a:t>finished execution before </a:t>
            </a:r>
            <a:r>
              <a:rPr lang="en-US" altLang="en-US" sz="1200" i="1" dirty="0"/>
              <a:t>T</a:t>
            </a:r>
            <a:r>
              <a:rPr lang="en-US" altLang="en-US" sz="1200" i="1" baseline="-25000" dirty="0"/>
              <a:t>i</a:t>
            </a:r>
            <a:r>
              <a:rPr lang="en-US" altLang="en-US" sz="1200" dirty="0"/>
              <a:t> started, or </a:t>
            </a:r>
            <a:r>
              <a:rPr lang="en-US" altLang="en-US" sz="1200" i="1" dirty="0"/>
              <a:t>T</a:t>
            </a:r>
            <a:r>
              <a:rPr lang="en-US" altLang="en-US" sz="1200" i="1" baseline="-25000" dirty="0"/>
              <a:t>j</a:t>
            </a:r>
            <a:r>
              <a:rPr lang="en-US" altLang="en-US" sz="1200" dirty="0"/>
              <a:t> started execution after </a:t>
            </a:r>
            <a:r>
              <a:rPr lang="en-US" altLang="en-US" sz="1200" i="1" dirty="0"/>
              <a:t>T</a:t>
            </a:r>
            <a:r>
              <a:rPr lang="en-US" altLang="en-US" sz="1200" i="1" baseline="-25000" dirty="0"/>
              <a:t>i</a:t>
            </a:r>
            <a:r>
              <a:rPr lang="en-US" altLang="en-US" sz="1200" dirty="0"/>
              <a:t> finished.</a:t>
            </a:r>
            <a:endParaRPr lang="en-US" altLang="en-US" sz="1200" dirty="0"/>
          </a:p>
          <a:p>
            <a:r>
              <a:rPr lang="en-US" altLang="en-US" sz="1200" b="1" dirty="0">
                <a:solidFill>
                  <a:srgbClr val="000099"/>
                </a:solidFill>
              </a:rPr>
              <a:t>Durability</a:t>
            </a:r>
            <a:r>
              <a:rPr lang="en-US" altLang="en-US" sz="1200" b="1" dirty="0"/>
              <a:t>.  </a:t>
            </a:r>
            <a:r>
              <a:rPr lang="en-US" altLang="en-US" sz="1200" dirty="0"/>
              <a:t>After a transaction completes successfully, the changes it has made to the database persist, even if there are system failures. </a:t>
            </a:r>
            <a:endParaRPr lang="en-US" altLang="en-US" sz="1200" i="1" dirty="0"/>
          </a:p>
        </p:txBody>
      </p:sp>
      <p:sp>
        <p:nvSpPr>
          <p:cNvPr id="10244" name="Text Box 4"/>
          <p:cNvSpPr txBox="1">
            <a:spLocks noChangeArrowheads="1"/>
          </p:cNvSpPr>
          <p:nvPr/>
        </p:nvSpPr>
        <p:spPr bwMode="auto">
          <a:xfrm>
            <a:off x="1669002" y="665869"/>
            <a:ext cx="5752730" cy="2882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ctr">
            <a:spAutoFit/>
          </a:bodyPr>
          <a:lstStyle>
            <a:lvl1pPr>
              <a:defRPr sz="1600">
                <a:solidFill>
                  <a:schemeClr val="tx1"/>
                </a:solidFill>
                <a:latin typeface="Helvetica" panose="020B0604020202020204" pitchFamily="34" charset="0"/>
                <a:ea typeface="MS PGothic" panose="020B0600070205080204" pitchFamily="34" charset="-128"/>
              </a:defRPr>
            </a:lvl1pPr>
            <a:lvl2pPr marL="742950" indent="-285750">
              <a:defRPr sz="1600">
                <a:solidFill>
                  <a:schemeClr val="tx1"/>
                </a:solidFill>
                <a:latin typeface="Helvetica" panose="020B0604020202020204" pitchFamily="34" charset="0"/>
                <a:ea typeface="MS PGothic" panose="020B0600070205080204" pitchFamily="34" charset="-128"/>
              </a:defRPr>
            </a:lvl2pPr>
            <a:lvl3pPr marL="1143000" indent="-228600">
              <a:defRPr sz="1600">
                <a:solidFill>
                  <a:schemeClr val="tx1"/>
                </a:solidFill>
                <a:latin typeface="Helvetica" panose="020B0604020202020204" pitchFamily="34" charset="0"/>
                <a:ea typeface="MS PGothic" panose="020B0600070205080204" pitchFamily="34" charset="-128"/>
              </a:defRPr>
            </a:lvl3pPr>
            <a:lvl4pPr marL="1600200" indent="-228600">
              <a:defRPr sz="1600">
                <a:solidFill>
                  <a:schemeClr val="tx1"/>
                </a:solidFill>
                <a:latin typeface="Helvetica" panose="020B0604020202020204" pitchFamily="34" charset="0"/>
                <a:ea typeface="MS PGothic" panose="020B0600070205080204" pitchFamily="34" charset="-128"/>
              </a:defRPr>
            </a:lvl4pPr>
            <a:lvl5pPr marL="2057400" indent="-228600">
              <a:defRPr sz="1600">
                <a:solidFill>
                  <a:schemeClr val="tx1"/>
                </a:solidFill>
                <a:latin typeface="Helvetica"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pPr>
              <a:spcBef>
                <a:spcPct val="50000"/>
              </a:spcBef>
            </a:pPr>
            <a:r>
              <a:rPr lang="en-US" altLang="en-US" sz="1275" dirty="0" smtClean="0"/>
              <a:t>To </a:t>
            </a:r>
            <a:r>
              <a:rPr lang="en-US" altLang="en-US" sz="1275" dirty="0"/>
              <a:t>preserve the integrity of data the database system must ensure:</a:t>
            </a:r>
            <a:endParaRPr lang="en-US" altLang="en-US" sz="1275"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a:t>Comparison </a:t>
            </a:r>
            <a:r>
              <a:rPr lang="en-US" altLang="zh-CN"/>
              <a:t>with other courses*</a:t>
            </a:r>
            <a:endParaRPr lang="en-US" altLang="zh-CN"/>
          </a:p>
        </p:txBody>
      </p:sp>
      <p:sp>
        <p:nvSpPr>
          <p:cNvPr id="3" name="内容占位符 2"/>
          <p:cNvSpPr>
            <a:spLocks noGrp="1"/>
          </p:cNvSpPr>
          <p:nvPr>
            <p:ph idx="1"/>
          </p:nvPr>
        </p:nvSpPr>
        <p:spPr>
          <a:xfrm>
            <a:off x="347980" y="3855720"/>
            <a:ext cx="8446770" cy="913130"/>
          </a:xfrm>
        </p:spPr>
        <p:txBody>
          <a:bodyPr/>
          <a:p>
            <a:endParaRPr lang="zh-CN" altLang="en-US"/>
          </a:p>
        </p:txBody>
      </p:sp>
      <p:graphicFrame>
        <p:nvGraphicFramePr>
          <p:cNvPr id="4" name="表格 3"/>
          <p:cNvGraphicFramePr/>
          <p:nvPr/>
        </p:nvGraphicFramePr>
        <p:xfrm>
          <a:off x="511810" y="735965"/>
          <a:ext cx="8312150" cy="3441700"/>
        </p:xfrm>
        <a:graphic>
          <a:graphicData uri="http://schemas.openxmlformats.org/drawingml/2006/table">
            <a:tbl>
              <a:tblPr firstRow="1">
                <a:tableStyleId>{8797FC9B-4D1F-4159-A40D-27C43EE9BC76}</a:tableStyleId>
              </a:tblPr>
              <a:tblGrid>
                <a:gridCol w="769620"/>
                <a:gridCol w="1983740"/>
                <a:gridCol w="2611120"/>
                <a:gridCol w="2947670"/>
              </a:tblGrid>
              <a:tr h="238760">
                <a:tc>
                  <a:txBody>
                    <a:bodyPr/>
                    <a:p>
                      <a:pPr algn="l">
                        <a:lnSpc>
                          <a:spcPts val="1250"/>
                        </a:lnSpc>
                      </a:pPr>
                      <a:r>
                        <a:rPr lang="en-US" altLang="zh-CN" sz="700"/>
                        <a:t>Database Concept</a:t>
                      </a:r>
                      <a:endParaRPr lang="en-US" altLang="zh-CN" sz="700"/>
                    </a:p>
                  </a:txBody>
                  <a:tcPr marL="0" marR="101917" marT="63817" marB="63817" anchor="ctr" anchorCtr="0"/>
                </a:tc>
                <a:tc>
                  <a:txBody>
                    <a:bodyPr/>
                    <a:p>
                      <a:pPr algn="l">
                        <a:lnSpc>
                          <a:spcPts val="1250"/>
                        </a:lnSpc>
                      </a:pPr>
                      <a:r>
                        <a:rPr lang="en-US" altLang="zh-CN" sz="700"/>
                        <a:t>Core Idea</a:t>
                      </a:r>
                      <a:endParaRPr lang="en-US" altLang="zh-CN" sz="700"/>
                    </a:p>
                  </a:txBody>
                  <a:tcPr marL="101917" marR="101917" marT="63817" marB="63817" anchor="ctr" anchorCtr="0"/>
                </a:tc>
                <a:tc>
                  <a:txBody>
                    <a:bodyPr/>
                    <a:p>
                      <a:pPr algn="l">
                        <a:lnSpc>
                          <a:spcPts val="1250"/>
                        </a:lnSpc>
                      </a:pPr>
                      <a:r>
                        <a:rPr lang="en-US" altLang="zh-CN" sz="700"/>
                        <a:t>OS / Parallel Computing Analogy</a:t>
                      </a:r>
                      <a:endParaRPr lang="en-US" altLang="zh-CN" sz="700"/>
                    </a:p>
                  </a:txBody>
                  <a:tcPr marL="101917" marR="101917" marT="63817" marB="63817" anchor="ctr" anchorCtr="0"/>
                </a:tc>
                <a:tc>
                  <a:txBody>
                    <a:bodyPr/>
                    <a:p>
                      <a:pPr algn="l">
                        <a:lnSpc>
                          <a:spcPts val="1250"/>
                        </a:lnSpc>
                      </a:pPr>
                      <a:r>
                        <a:rPr lang="en-US" altLang="zh-CN" sz="700"/>
                        <a:t>Key Insight</a:t>
                      </a:r>
                      <a:endParaRPr lang="en-US" altLang="zh-CN" sz="700"/>
                    </a:p>
                  </a:txBody>
                  <a:tcPr marL="101917" marR="101917" marT="63817" marB="63817" anchor="ctr" anchorCtr="0"/>
                </a:tc>
              </a:tr>
              <a:tr h="494665">
                <a:tc>
                  <a:txBody>
                    <a:bodyPr/>
                    <a:p>
                      <a:pPr>
                        <a:lnSpc>
                          <a:spcPts val="1250"/>
                        </a:lnSpc>
                      </a:pPr>
                      <a:r>
                        <a:rPr lang="en-US" altLang="zh-CN" sz="700"/>
                        <a:t>Transaction</a:t>
                      </a:r>
                      <a:endParaRPr lang="en-US" altLang="zh-CN" sz="700"/>
                    </a:p>
                  </a:txBody>
                  <a:tcPr marL="0" marR="101917" marT="63817" marB="63817" anchor="ctr" anchorCtr="0"/>
                </a:tc>
                <a:tc>
                  <a:txBody>
                    <a:bodyPr/>
                    <a:p>
                      <a:pPr>
                        <a:lnSpc>
                          <a:spcPts val="1250"/>
                        </a:lnSpc>
                      </a:pPr>
                      <a:r>
                        <a:rPr lang="en-US" altLang="zh-CN" sz="700"/>
                        <a:t>A encapsulated unit of work.</a:t>
                      </a:r>
                      <a:endParaRPr lang="en-US" altLang="zh-CN" sz="700"/>
                    </a:p>
                  </a:txBody>
                  <a:tcPr marL="101917" marR="101917" marT="63817" marB="63817" anchor="ctr" anchorCtr="0"/>
                </a:tc>
                <a:tc>
                  <a:txBody>
                    <a:bodyPr/>
                    <a:p>
                      <a:pPr>
                        <a:lnSpc>
                          <a:spcPts val="1250"/>
                        </a:lnSpc>
                      </a:pPr>
                      <a:r>
                        <a:rPr lang="en-US" altLang="zh-CN" sz="700"/>
                        <a:t>A system call (e.g., </a:t>
                      </a:r>
                      <a:r>
                        <a:rPr lang="en-US" altLang="zh-CN" sz="500"/>
                        <a:t>fork()</a:t>
                      </a:r>
                      <a:r>
                        <a:rPr lang="en-US" altLang="zh-CN" sz="700"/>
                        <a:t>) or a critical section. It's a logical unit of execution.</a:t>
                      </a:r>
                      <a:endParaRPr lang="en-US" altLang="zh-CN" sz="700"/>
                    </a:p>
                  </a:txBody>
                  <a:tcPr marL="101917" marR="101917" marT="63817" marB="63817" anchor="ctr" anchorCtr="0"/>
                </a:tc>
                <a:tc>
                  <a:txBody>
                    <a:bodyPr/>
                    <a:p>
                      <a:pPr>
                        <a:lnSpc>
                          <a:spcPts val="1250"/>
                        </a:lnSpc>
                      </a:pPr>
                      <a:r>
                        <a:rPr lang="en-US" altLang="zh-CN" sz="700"/>
                        <a:t>It's the fundamental unit of work in the DBMS, grouping operations that must succeed or fail together.</a:t>
                      </a:r>
                      <a:endParaRPr lang="en-US" altLang="zh-CN" sz="700"/>
                    </a:p>
                  </a:txBody>
                  <a:tcPr marL="101917" marR="0" marT="63817" marB="63817" anchor="ctr" anchorCtr="0"/>
                </a:tc>
              </a:tr>
              <a:tr h="580390">
                <a:tc>
                  <a:txBody>
                    <a:bodyPr/>
                    <a:p>
                      <a:pPr>
                        <a:lnSpc>
                          <a:spcPts val="1250"/>
                        </a:lnSpc>
                      </a:pPr>
                      <a:r>
                        <a:rPr lang="en-US" altLang="zh-CN" sz="700"/>
                        <a:t>Atomicity</a:t>
                      </a:r>
                      <a:endParaRPr lang="en-US" altLang="zh-CN" sz="700"/>
                    </a:p>
                  </a:txBody>
                  <a:tcPr marL="0" marR="101917" marT="63817" marB="63817" anchor="ctr" anchorCtr="0"/>
                </a:tc>
                <a:tc>
                  <a:txBody>
                    <a:bodyPr/>
                    <a:p>
                      <a:pPr>
                        <a:lnSpc>
                          <a:spcPts val="1250"/>
                        </a:lnSpc>
                      </a:pPr>
                      <a:r>
                        <a:rPr lang="en-US" altLang="zh-CN" sz="700"/>
                        <a:t>"All or nothing": either all operations in the transaction happen, or none do.</a:t>
                      </a:r>
                      <a:endParaRPr lang="en-US" altLang="zh-CN" sz="700"/>
                    </a:p>
                  </a:txBody>
                  <a:tcPr marL="101917" marR="101917" marT="63817" marB="63817" anchor="ctr" anchorCtr="0"/>
                </a:tc>
                <a:tc>
                  <a:txBody>
                    <a:bodyPr/>
                    <a:p>
                      <a:pPr>
                        <a:lnSpc>
                          <a:spcPts val="1250"/>
                        </a:lnSpc>
                      </a:pPr>
                      <a:r>
                        <a:rPr lang="en-US" altLang="zh-CN" sz="700"/>
                        <a:t>A system call like </a:t>
                      </a:r>
                      <a:r>
                        <a:rPr lang="en-US" altLang="zh-CN" sz="500"/>
                        <a:t>fork()</a:t>
                      </a:r>
                      <a:r>
                        <a:rPr lang="en-US" altLang="zh-CN" sz="700"/>
                        <a:t>. It either fully succeeds (creates a new process) or fails completely (returns -1, no side effects).</a:t>
                      </a:r>
                      <a:endParaRPr lang="en-US" altLang="zh-CN" sz="700"/>
                    </a:p>
                  </a:txBody>
                  <a:tcPr marL="101917" marR="101917" marT="63817" marB="63817" anchor="ctr" anchorCtr="0"/>
                </a:tc>
                <a:tc>
                  <a:txBody>
                    <a:bodyPr/>
                    <a:p>
                      <a:pPr>
                        <a:lnSpc>
                          <a:spcPts val="1250"/>
                        </a:lnSpc>
                      </a:pPr>
                      <a:r>
                        <a:rPr lang="en-US" altLang="zh-CN" sz="700"/>
                        <a:t>Implemented via Write-Ahead Logging (WAL), similar to journaling in filesystems (e.g., ext4), where intent is logged before the actual change.</a:t>
                      </a:r>
                      <a:endParaRPr lang="en-US" altLang="zh-CN" sz="700"/>
                    </a:p>
                  </a:txBody>
                  <a:tcPr marL="101917" marR="0" marT="63817" marB="63817" anchor="ctr" anchorCtr="0"/>
                </a:tc>
              </a:tr>
              <a:tr h="835660">
                <a:tc>
                  <a:txBody>
                    <a:bodyPr/>
                    <a:p>
                      <a:pPr>
                        <a:lnSpc>
                          <a:spcPts val="1250"/>
                        </a:lnSpc>
                      </a:pPr>
                      <a:r>
                        <a:rPr lang="en-US" altLang="zh-CN" sz="700"/>
                        <a:t>Isolation</a:t>
                      </a:r>
                      <a:endParaRPr lang="en-US" altLang="zh-CN" sz="700"/>
                    </a:p>
                  </a:txBody>
                  <a:tcPr marL="0" marR="101917" marT="63817" marB="63817" anchor="ctr" anchorCtr="0"/>
                </a:tc>
                <a:tc>
                  <a:txBody>
                    <a:bodyPr/>
                    <a:p>
                      <a:pPr>
                        <a:lnSpc>
                          <a:spcPts val="1250"/>
                        </a:lnSpc>
                      </a:pPr>
                      <a:r>
                        <a:rPr lang="en-US" altLang="zh-CN" sz="700"/>
                        <a:t>Concurrent transactions must not interfere with each other; each should feel like it's running alone.</a:t>
                      </a:r>
                      <a:endParaRPr lang="en-US" altLang="zh-CN" sz="700"/>
                    </a:p>
                  </a:txBody>
                  <a:tcPr marL="101917" marR="101917" marT="63817" marB="63817" anchor="ctr" anchorCtr="0"/>
                </a:tc>
                <a:tc>
                  <a:txBody>
                    <a:bodyPr/>
                    <a:p>
                      <a:pPr>
                        <a:lnSpc>
                          <a:spcPts val="1250"/>
                        </a:lnSpc>
                      </a:pPr>
                      <a:r>
                        <a:rPr lang="en-US" altLang="zh-CN" sz="700"/>
                        <a:t>OS: Process isolation (separate memory spaces). A crash in one app doesn't corrupt another.</a:t>
                      </a:r>
                      <a:br>
                        <a:rPr lang="en-US" altLang="zh-CN" sz="700"/>
                      </a:br>
                      <a:r>
                        <a:rPr lang="en-US" altLang="zh-CN" sz="700"/>
                        <a:t>Parallel Computing: Lock-free vs. lock-based data structures.</a:t>
                      </a:r>
                      <a:endParaRPr lang="en-US" altLang="zh-CN" sz="700"/>
                    </a:p>
                  </a:txBody>
                  <a:tcPr marL="101917" marR="101917" marT="63817" marB="63817" anchor="ctr" anchorCtr="0"/>
                </a:tc>
                <a:tc>
                  <a:txBody>
                    <a:bodyPr/>
                    <a:p>
                      <a:pPr>
                        <a:lnSpc>
                          <a:spcPts val="1250"/>
                        </a:lnSpc>
                      </a:pPr>
                      <a:r>
                        <a:rPr lang="en-US" altLang="zh-CN" sz="700"/>
                        <a:t>The key challenge: All transactions share the same "address space" (the database), requiring sophisticated concurrency control instead of simple memory separation.</a:t>
                      </a:r>
                      <a:endParaRPr lang="en-US" altLang="zh-CN" sz="700"/>
                    </a:p>
                  </a:txBody>
                  <a:tcPr marL="101917" marR="0" marT="63817" marB="63817" anchor="ctr" anchorCtr="0"/>
                </a:tc>
              </a:tr>
              <a:tr h="665480">
                <a:tc>
                  <a:txBody>
                    <a:bodyPr/>
                    <a:p>
                      <a:pPr>
                        <a:lnSpc>
                          <a:spcPts val="1250"/>
                        </a:lnSpc>
                      </a:pPr>
                      <a:r>
                        <a:rPr lang="en-US" altLang="zh-CN" sz="700"/>
                        <a:t>Consistency</a:t>
                      </a:r>
                      <a:endParaRPr lang="en-US" altLang="zh-CN" sz="700"/>
                    </a:p>
                  </a:txBody>
                  <a:tcPr marL="0" marR="101917" marT="63817" marB="63817" anchor="ctr" anchorCtr="0"/>
                </a:tc>
                <a:tc>
                  <a:txBody>
                    <a:bodyPr/>
                    <a:p>
                      <a:pPr>
                        <a:lnSpc>
                          <a:spcPts val="1250"/>
                        </a:lnSpc>
                      </a:pPr>
                      <a:r>
                        <a:rPr lang="en-US" altLang="zh-CN" sz="700"/>
                        <a:t>A transaction transitions the database from one valid state to another, preserving all defined rules (integrity constraints).</a:t>
                      </a:r>
                      <a:endParaRPr lang="en-US" altLang="zh-CN" sz="700"/>
                    </a:p>
                  </a:txBody>
                  <a:tcPr marL="101917" marR="101917" marT="63817" marB="63817" anchor="ctr" anchorCtr="0"/>
                </a:tc>
                <a:tc>
                  <a:txBody>
                    <a:bodyPr/>
                    <a:p>
                      <a:pPr>
                        <a:lnSpc>
                          <a:spcPts val="1250"/>
                        </a:lnSpc>
                      </a:pPr>
                      <a:r>
                        <a:rPr lang="en-US" altLang="zh-CN" sz="700"/>
                        <a:t>Parallel Computing: An invariant in a data structure (e.g., a linked list must remain connected after parallel updates).</a:t>
                      </a:r>
                      <a:endParaRPr lang="en-US" altLang="zh-CN" sz="700"/>
                    </a:p>
                  </a:txBody>
                  <a:tcPr marL="101917" marR="101917" marT="63817" marB="63817" anchor="ctr" anchorCtr="0"/>
                </a:tc>
                <a:tc>
                  <a:txBody>
                    <a:bodyPr/>
                    <a:p>
                      <a:pPr>
                        <a:lnSpc>
                          <a:spcPts val="1250"/>
                        </a:lnSpc>
                      </a:pPr>
                      <a:r>
                        <a:rPr lang="en-US" altLang="zh-CN" sz="700"/>
                        <a:t>The database must be consistent before and after a transaction. The transaction itself is responsible for maintaining consistency during execution.</a:t>
                      </a:r>
                      <a:endParaRPr lang="en-US" altLang="zh-CN" sz="700"/>
                    </a:p>
                  </a:txBody>
                  <a:tcPr marL="101917" marR="0" marT="63817" marB="63817" anchor="ctr" anchorCtr="0"/>
                </a:tc>
              </a:tr>
              <a:tr h="579755">
                <a:tc>
                  <a:txBody>
                    <a:bodyPr/>
                    <a:p>
                      <a:pPr>
                        <a:lnSpc>
                          <a:spcPts val="1250"/>
                        </a:lnSpc>
                      </a:pPr>
                      <a:r>
                        <a:rPr lang="en-US" altLang="zh-CN" sz="700"/>
                        <a:t>Durability</a:t>
                      </a:r>
                      <a:endParaRPr lang="en-US" altLang="zh-CN" sz="700"/>
                    </a:p>
                  </a:txBody>
                  <a:tcPr marL="0" marR="101917" marT="63817" marB="63817" anchor="ctr" anchorCtr="0"/>
                </a:tc>
                <a:tc>
                  <a:txBody>
                    <a:bodyPr/>
                    <a:p>
                      <a:pPr>
                        <a:lnSpc>
                          <a:spcPts val="1250"/>
                        </a:lnSpc>
                      </a:pPr>
                      <a:r>
                        <a:rPr lang="en-US" altLang="zh-CN" sz="700"/>
                        <a:t>Once a transaction is committed, its changes are permanent, even in case of system failures.</a:t>
                      </a:r>
                      <a:endParaRPr lang="en-US" altLang="zh-CN" sz="700"/>
                    </a:p>
                  </a:txBody>
                  <a:tcPr marL="101917" marR="101917" marT="63817" marB="63817" anchor="ctr" anchorCtr="0"/>
                </a:tc>
                <a:tc>
                  <a:txBody>
                    <a:bodyPr/>
                    <a:p>
                      <a:pPr>
                        <a:lnSpc>
                          <a:spcPts val="1250"/>
                        </a:lnSpc>
                      </a:pPr>
                      <a:r>
                        <a:rPr lang="en-US" altLang="zh-CN" sz="700"/>
                        <a:t>The OS call </a:t>
                      </a:r>
                      <a:r>
                        <a:rPr lang="en-US" altLang="zh-CN" sz="500"/>
                        <a:t>fsync()</a:t>
                      </a:r>
                      <a:r>
                        <a:rPr lang="en-US" altLang="zh-CN" sz="700"/>
                        <a:t>, which forces any buffered data to the permanent storage, ensuring data survives a power loss.</a:t>
                      </a:r>
                      <a:endParaRPr lang="en-US" altLang="zh-CN" sz="700"/>
                    </a:p>
                  </a:txBody>
                  <a:tcPr marL="101917" marR="101917" marT="63817" marB="63817" anchor="ctr" anchorCtr="0"/>
                </a:tc>
                <a:tc>
                  <a:txBody>
                    <a:bodyPr/>
                    <a:p>
                      <a:pPr>
                        <a:lnSpc>
                          <a:spcPts val="1250"/>
                        </a:lnSpc>
                      </a:pPr>
                      <a:r>
                        <a:rPr lang="en-US" altLang="zh-CN" sz="700"/>
                        <a:t>Implemented by forcing the transaction log (WAL) to stable storage upon commit. The actual data pages might be written later.</a:t>
                      </a:r>
                      <a:endParaRPr lang="en-US" altLang="zh-CN" sz="700"/>
                    </a:p>
                  </a:txBody>
                  <a:tcPr marL="101917" marR="0" marT="63817" marB="63817" anchor="ctr" anchorCtr="0"/>
                </a:tc>
              </a:tr>
            </a:tbl>
          </a:graphicData>
        </a:graphic>
      </p:graphicFrame>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a:t>ACID in Data Warehouse: It's Contextual*</a:t>
            </a:r>
            <a:endParaRPr lang="en-US" altLang="zh-CN"/>
          </a:p>
        </p:txBody>
      </p:sp>
      <p:sp>
        <p:nvSpPr>
          <p:cNvPr id="3" name="内容占位符 2"/>
          <p:cNvSpPr>
            <a:spLocks noGrp="1"/>
          </p:cNvSpPr>
          <p:nvPr>
            <p:ph idx="1"/>
          </p:nvPr>
        </p:nvSpPr>
        <p:spPr/>
        <p:txBody>
          <a:bodyPr/>
          <a:p>
            <a:r>
              <a:rPr lang="en-US" altLang="zh-CN" sz="1400"/>
              <a:t>1. Data Loading &amp; ETL/ELT Phase: ACID is CRITICAL</a:t>
            </a:r>
            <a:endParaRPr lang="en-US" altLang="zh-CN" sz="1400"/>
          </a:p>
          <a:p>
            <a:r>
              <a:rPr lang="en-US" altLang="zh-CN" sz="1400"/>
              <a:t>Atomicity (A): A full load job (e.g., daily batch) must be atomic.</a:t>
            </a:r>
            <a:endParaRPr lang="en-US" altLang="zh-CN" sz="1400"/>
          </a:p>
          <a:p>
            <a:pPr lvl="1"/>
            <a:r>
              <a:rPr lang="en-US" altLang="zh-CN" sz="1400"/>
              <a:t>Use Case: INSERT OVERWRITE or partition swapping ensures the load completely succeeds or fails entirely, preventing partial data exposure.</a:t>
            </a:r>
            <a:endParaRPr lang="en-US" altLang="zh-CN" sz="1400"/>
          </a:p>
          <a:p>
            <a:r>
              <a:rPr lang="en-US" altLang="zh-CN" sz="1400"/>
              <a:t>Consistency (C): Data must conform to business rules after loading.</a:t>
            </a:r>
            <a:endParaRPr lang="en-US" altLang="zh-CN" sz="1400"/>
          </a:p>
          <a:p>
            <a:pPr lvl="1"/>
            <a:r>
              <a:rPr lang="en-US" altLang="zh-CN" sz="1400"/>
              <a:t>Use Case: Ensured via ETL logic and quality checks, not necessarily real-time database constraints.</a:t>
            </a:r>
            <a:endParaRPr lang="en-US" altLang="zh-CN" sz="1400"/>
          </a:p>
          <a:p>
            <a:r>
              <a:rPr lang="en-US" altLang="zh-CN" sz="1400"/>
              <a:t>Isolation (I): Protects ongoing queries from in-progress loads.</a:t>
            </a:r>
            <a:endParaRPr lang="en-US" altLang="zh-CN" sz="1400"/>
          </a:p>
          <a:p>
            <a:pPr lvl="1"/>
            <a:r>
              <a:rPr lang="en-US" altLang="zh-CN" sz="1400"/>
              <a:t>Use Case: Achieved through versioning or snapshot isolation. Queries see the pre-load state until the new version is committed.</a:t>
            </a:r>
            <a:endParaRPr lang="en-US" altLang="zh-CN" sz="1400"/>
          </a:p>
          <a:p>
            <a:r>
              <a:rPr lang="en-US" altLang="zh-CN" sz="1400"/>
              <a:t>Durability (D): Once committed, loaded data is permanently stored.</a:t>
            </a:r>
            <a:endParaRPr lang="en-US" altLang="zh-CN" sz="1400"/>
          </a:p>
          <a:p>
            <a:r>
              <a:rPr lang="en-US" altLang="zh-CN" sz="1400"/>
              <a:t>&gt; This is "Batch-Job-Level" ACID.</a:t>
            </a:r>
            <a:endParaRPr lang="en-US" altLang="zh-CN" sz="140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a:sym typeface="+mn-ea"/>
              </a:rPr>
              <a:t>ACID in Data Warehouse: It's Contextual (cont.)*</a:t>
            </a:r>
            <a:endParaRPr lang="zh-CN" altLang="en-US"/>
          </a:p>
        </p:txBody>
      </p:sp>
      <p:sp>
        <p:nvSpPr>
          <p:cNvPr id="3" name="内容占位符 2"/>
          <p:cNvSpPr>
            <a:spLocks noGrp="1"/>
          </p:cNvSpPr>
          <p:nvPr>
            <p:ph idx="1"/>
          </p:nvPr>
        </p:nvSpPr>
        <p:spPr/>
        <p:txBody>
          <a:bodyPr/>
          <a:p>
            <a:r>
              <a:rPr lang="en-US" altLang="zh-CN"/>
              <a:t>2. Query &amp; Serving Phase: Relaxed but Specific Needs</a:t>
            </a:r>
            <a:endParaRPr lang="en-US" altLang="zh-CN"/>
          </a:p>
          <a:p>
            <a:pPr lvl="1"/>
            <a:r>
              <a:rPr lang="en-US" altLang="zh-CN"/>
              <a:t>Snapshot Isolation is Key: Each query sees a consistent snapshot of the data from a single point in time.</a:t>
            </a:r>
            <a:endParaRPr lang="en-US" altLang="zh-CN"/>
          </a:p>
          <a:p>
            <a:pPr lvl="1"/>
            <a:r>
              <a:rPr lang="en-US" altLang="zh-CN"/>
              <a:t>No "Dirty Reads": Analysts get reliable, repeatable results without interference from concurrent writes.</a:t>
            </a:r>
            <a:endParaRPr lang="en-US" altLang="zh-CN"/>
          </a:p>
          <a:p>
            <a:pPr lvl="1"/>
            <a:r>
              <a:rPr lang="en-US" altLang="zh-CN"/>
              <a:t>Primarily Read-Only: Focus is on complex, analytical queries, not transactional updates.</a:t>
            </a:r>
            <a:endParaRPr lang="en-US" altLang="zh-CN"/>
          </a:p>
          <a:p>
            <a:endParaRPr lang="en-US" altLang="zh-CN"/>
          </a:p>
          <a:p>
            <a:r>
              <a:rPr lang="en-US" altLang="zh-CN"/>
              <a:t>&gt; This is "Read-Consistency" ACID.</a:t>
            </a:r>
            <a:endParaRPr lang="en-US" altLang="zh-CN"/>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5026" name="Rectangle 2"/>
          <p:cNvSpPr>
            <a:spLocks noGrp="1" noChangeArrowheads="1"/>
          </p:cNvSpPr>
          <p:nvPr>
            <p:ph type="title"/>
          </p:nvPr>
        </p:nvSpPr>
        <p:spPr/>
        <p:txBody>
          <a:bodyPr/>
          <a:lstStyle/>
          <a:p>
            <a:pPr>
              <a:defRPr/>
            </a:pPr>
            <a:r>
              <a:rPr lang="en-US">
                <a:effectLst>
                  <a:outerShdw blurRad="38100" dist="38100" dir="2700000" algn="tl">
                    <a:srgbClr val="C0C0C0"/>
                  </a:outerShdw>
                </a:effectLst>
              </a:rPr>
              <a:t>Transaction State</a:t>
            </a:r>
            <a:endParaRPr lang="en-US">
              <a:effectLst>
                <a:outerShdw blurRad="38100" dist="38100" dir="2700000" algn="tl">
                  <a:srgbClr val="C0C0C0"/>
                </a:outerShdw>
              </a:effectLst>
            </a:endParaRPr>
          </a:p>
        </p:txBody>
      </p:sp>
      <p:sp>
        <p:nvSpPr>
          <p:cNvPr id="11267" name="Rectangle 3"/>
          <p:cNvSpPr>
            <a:spLocks noGrp="1" noChangeArrowheads="1"/>
          </p:cNvSpPr>
          <p:nvPr>
            <p:ph idx="1"/>
          </p:nvPr>
        </p:nvSpPr>
        <p:spPr>
          <a:xfrm>
            <a:off x="572770" y="826770"/>
            <a:ext cx="4347210" cy="4025900"/>
          </a:xfrm>
        </p:spPr>
        <p:txBody>
          <a:bodyPr/>
          <a:lstStyle/>
          <a:p>
            <a:r>
              <a:rPr lang="en-US" altLang="en-US" sz="1400" b="1" dirty="0">
                <a:solidFill>
                  <a:srgbClr val="000099"/>
                </a:solidFill>
              </a:rPr>
              <a:t>Active</a:t>
            </a:r>
            <a:r>
              <a:rPr lang="en-US" altLang="en-US" sz="1400" b="1" dirty="0">
                <a:solidFill>
                  <a:schemeClr val="tx2"/>
                </a:solidFill>
              </a:rPr>
              <a:t> </a:t>
            </a:r>
            <a:r>
              <a:rPr lang="en-US" altLang="en-US" sz="1400" dirty="0"/>
              <a:t>–</a:t>
            </a:r>
            <a:r>
              <a:rPr lang="en-US" altLang="en-US" sz="1400" b="1" dirty="0">
                <a:solidFill>
                  <a:schemeClr val="tx2"/>
                </a:solidFill>
              </a:rPr>
              <a:t> </a:t>
            </a:r>
            <a:r>
              <a:rPr lang="en-US" altLang="en-US" sz="1400" dirty="0"/>
              <a:t>the initial state; the transaction stays in this state while it is executing</a:t>
            </a:r>
            <a:endParaRPr lang="en-US" altLang="en-US" sz="1400" dirty="0"/>
          </a:p>
          <a:p>
            <a:r>
              <a:rPr lang="en-US" altLang="en-US" sz="1400" b="1" dirty="0">
                <a:solidFill>
                  <a:srgbClr val="000099"/>
                </a:solidFill>
              </a:rPr>
              <a:t>Partially committed</a:t>
            </a:r>
            <a:r>
              <a:rPr lang="en-US" altLang="en-US" sz="1400" b="1" dirty="0">
                <a:solidFill>
                  <a:schemeClr val="tx2"/>
                </a:solidFill>
              </a:rPr>
              <a:t> </a:t>
            </a:r>
            <a:r>
              <a:rPr lang="en-US" altLang="en-US" sz="1400" dirty="0"/>
              <a:t>–</a:t>
            </a:r>
            <a:r>
              <a:rPr lang="en-US" altLang="en-US" sz="1400" b="1" dirty="0">
                <a:solidFill>
                  <a:schemeClr val="tx2"/>
                </a:solidFill>
              </a:rPr>
              <a:t> </a:t>
            </a:r>
            <a:r>
              <a:rPr lang="en-US" altLang="en-US" sz="1400" dirty="0"/>
              <a:t>after the final statement has been executed.</a:t>
            </a:r>
            <a:endParaRPr lang="en-US" altLang="en-US" sz="1400" dirty="0"/>
          </a:p>
          <a:p>
            <a:r>
              <a:rPr lang="en-US" altLang="en-US" sz="1400" b="1" dirty="0">
                <a:solidFill>
                  <a:srgbClr val="000099"/>
                </a:solidFill>
              </a:rPr>
              <a:t>Failed</a:t>
            </a:r>
            <a:r>
              <a:rPr lang="en-US" altLang="en-US" sz="1400" b="1" dirty="0">
                <a:solidFill>
                  <a:schemeClr val="tx2"/>
                </a:solidFill>
              </a:rPr>
              <a:t> </a:t>
            </a:r>
            <a:r>
              <a:rPr lang="en-US" altLang="en-US" sz="800" b="1" dirty="0"/>
              <a:t>-- </a:t>
            </a:r>
            <a:r>
              <a:rPr lang="en-US" altLang="en-US" sz="1400" dirty="0"/>
              <a:t>after the discovery that normal execution can no longer proceed.</a:t>
            </a:r>
            <a:endParaRPr lang="en-US" altLang="en-US" sz="1400" dirty="0"/>
          </a:p>
          <a:p>
            <a:r>
              <a:rPr lang="en-US" altLang="en-US" sz="1400" b="1" dirty="0">
                <a:solidFill>
                  <a:srgbClr val="000099"/>
                </a:solidFill>
              </a:rPr>
              <a:t>Aborted</a:t>
            </a:r>
            <a:r>
              <a:rPr lang="en-US" altLang="en-US" sz="1400" b="1" dirty="0">
                <a:solidFill>
                  <a:schemeClr val="tx2"/>
                </a:solidFill>
              </a:rPr>
              <a:t> </a:t>
            </a:r>
            <a:r>
              <a:rPr lang="en-US" altLang="en-US" sz="1400" dirty="0"/>
              <a:t>– after the transaction has been rolled back and the database restored to its state prior to the start of the transaction.  Two options after it has been aborted:</a:t>
            </a:r>
            <a:endParaRPr lang="en-US" altLang="en-US" sz="1400" dirty="0"/>
          </a:p>
          <a:p>
            <a:pPr lvl="1"/>
            <a:r>
              <a:rPr lang="en-US" altLang="en-US" sz="1400" dirty="0"/>
              <a:t>R</a:t>
            </a:r>
            <a:r>
              <a:rPr lang="en-US" altLang="en-US" sz="1400" dirty="0" smtClean="0"/>
              <a:t>estart </a:t>
            </a:r>
            <a:r>
              <a:rPr lang="en-US" altLang="en-US" sz="1400" dirty="0"/>
              <a:t>the transaction</a:t>
            </a:r>
            <a:endParaRPr lang="en-US" altLang="en-US" sz="1400" dirty="0"/>
          </a:p>
          <a:p>
            <a:pPr lvl="2"/>
            <a:r>
              <a:rPr lang="en-US" altLang="en-US" sz="1400" dirty="0"/>
              <a:t> </a:t>
            </a:r>
            <a:r>
              <a:rPr lang="en-US" altLang="en-US" sz="1400" dirty="0" smtClean="0"/>
              <a:t>Can </a:t>
            </a:r>
            <a:r>
              <a:rPr lang="en-US" altLang="en-US" sz="1400" dirty="0"/>
              <a:t>be done only if no internal logical error</a:t>
            </a:r>
            <a:endParaRPr lang="en-US" altLang="en-US" sz="1400" dirty="0"/>
          </a:p>
          <a:p>
            <a:pPr lvl="1"/>
            <a:r>
              <a:rPr lang="en-US" altLang="en-US" sz="1400" dirty="0"/>
              <a:t>K</a:t>
            </a:r>
            <a:r>
              <a:rPr lang="en-US" altLang="en-US" sz="1400" dirty="0" smtClean="0"/>
              <a:t>ill </a:t>
            </a:r>
            <a:r>
              <a:rPr lang="en-US" altLang="en-US" sz="1400" dirty="0"/>
              <a:t>the transaction</a:t>
            </a:r>
            <a:endParaRPr lang="en-US" altLang="en-US" sz="1400" dirty="0"/>
          </a:p>
          <a:p>
            <a:r>
              <a:rPr lang="en-US" altLang="en-US" sz="1400" b="1" dirty="0">
                <a:solidFill>
                  <a:srgbClr val="000099"/>
                </a:solidFill>
              </a:rPr>
              <a:t>Committed</a:t>
            </a:r>
            <a:r>
              <a:rPr lang="en-US" altLang="en-US" sz="1400" b="1" dirty="0">
                <a:solidFill>
                  <a:schemeClr val="tx2"/>
                </a:solidFill>
              </a:rPr>
              <a:t> </a:t>
            </a:r>
            <a:r>
              <a:rPr lang="en-US" altLang="en-US" sz="1400" dirty="0"/>
              <a:t>– after successful completion.</a:t>
            </a:r>
            <a:endParaRPr lang="en-US" altLang="en-US" sz="1400" dirty="0"/>
          </a:p>
        </p:txBody>
      </p:sp>
      <p:pic>
        <p:nvPicPr>
          <p:cNvPr id="12291" name="Picture 10"/>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5075555" y="987187"/>
            <a:ext cx="3464719" cy="23800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a:sym typeface="+mn-ea"/>
              </a:rPr>
              <a:t>Why is Distinguishing These States Important?</a:t>
            </a:r>
            <a:endParaRPr lang="zh-CN" altLang="en-US"/>
          </a:p>
        </p:txBody>
      </p:sp>
      <p:sp>
        <p:nvSpPr>
          <p:cNvPr id="3" name="内容占位符 2"/>
          <p:cNvSpPr>
            <a:spLocks noGrp="1"/>
          </p:cNvSpPr>
          <p:nvPr>
            <p:ph idx="1"/>
          </p:nvPr>
        </p:nvSpPr>
        <p:spPr/>
        <p:txBody>
          <a:bodyPr/>
          <a:p>
            <a:r>
              <a:rPr lang="en-US" altLang="zh-CN" sz="1200"/>
              <a:t>To Ensure Atomicity:</a:t>
            </a:r>
            <a:endParaRPr lang="en-US" altLang="zh-CN" sz="1200"/>
          </a:p>
          <a:p>
            <a:pPr lvl="1"/>
            <a:r>
              <a:rPr lang="en-US" altLang="zh-CN" sz="1200"/>
              <a:t>The distinction between Active/Partially Committed and Committed is vital. The system must not commit a transaction if it is in a Failed state. The rollback process during the transition to Aborted ensures that a failed transaction leaves no partial effects on the database.</a:t>
            </a:r>
            <a:endParaRPr lang="en-US" altLang="zh-CN" sz="1200"/>
          </a:p>
          <a:p>
            <a:r>
              <a:rPr lang="en-US" altLang="zh-CN" sz="1200"/>
              <a:t>To Enable Recovery:</a:t>
            </a:r>
            <a:endParaRPr lang="en-US" altLang="zh-CN" sz="1200"/>
          </a:p>
          <a:p>
            <a:pPr lvl="1"/>
            <a:r>
              <a:rPr lang="en-US" altLang="zh-CN" sz="1200"/>
              <a:t>After a system crash, the recovery manager examines the log. It identifies:</a:t>
            </a:r>
            <a:endParaRPr lang="en-US" altLang="zh-CN" sz="1200"/>
          </a:p>
          <a:p>
            <a:pPr lvl="2"/>
            <a:r>
              <a:rPr lang="en-US" altLang="zh-CN" sz="1200"/>
              <a:t>Transactions that were Committed but whose changes may not have reached the disk: It redoes them.</a:t>
            </a:r>
            <a:endParaRPr lang="en-US" altLang="zh-CN" sz="1200"/>
          </a:p>
          <a:p>
            <a:pPr lvl="2"/>
            <a:r>
              <a:rPr lang="en-US" altLang="zh-CN" sz="1200"/>
              <a:t>Transactions that were Active or Failed at the time of the crash: It undoes them.</a:t>
            </a:r>
            <a:endParaRPr lang="en-US" altLang="zh-CN" sz="1200"/>
          </a:p>
          <a:p>
            <a:pPr lvl="1"/>
            <a:r>
              <a:rPr lang="en-US" altLang="zh-CN" sz="1200"/>
              <a:t>Without clear state tracking, the recovery manager would not know which transactions to redo and which to undo, leading to database inconsistency.</a:t>
            </a:r>
            <a:endParaRPr lang="en-US" altLang="zh-CN" sz="1200"/>
          </a:p>
          <a:p>
            <a:r>
              <a:rPr lang="en-US" altLang="zh-CN" sz="1200"/>
              <a:t>To Manage Concurrency:</a:t>
            </a:r>
            <a:endParaRPr lang="en-US" altLang="zh-CN" sz="1200"/>
          </a:p>
          <a:p>
            <a:pPr lvl="1"/>
            <a:r>
              <a:rPr lang="en-US" altLang="zh-CN" sz="1200"/>
              <a:t>The state determines when a transaction's locks can be released. Locks are typically held until the transaction is either Committed or Aborted. This prevents other transactions from reading uncommitted or inconsistent data, thereby enforcing Isolation.</a:t>
            </a:r>
            <a:endParaRPr lang="en-US" altLang="zh-CN" sz="1200"/>
          </a:p>
          <a:p>
            <a:endParaRPr lang="en-US" altLang="zh-CN" sz="120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sz="2400"/>
              <a:t>Example: Explain of a simple UPDATE</a:t>
            </a:r>
            <a:endParaRPr lang="en-US" altLang="zh-CN" sz="2400"/>
          </a:p>
        </p:txBody>
      </p:sp>
      <p:pic>
        <p:nvPicPr>
          <p:cNvPr id="4" name="内容占位符 3"/>
          <p:cNvPicPr>
            <a:picLocks noChangeAspect="1"/>
          </p:cNvPicPr>
          <p:nvPr>
            <p:ph idx="1"/>
          </p:nvPr>
        </p:nvPicPr>
        <p:blipFill>
          <a:blip r:embed="rId1"/>
          <a:stretch>
            <a:fillRect/>
          </a:stretch>
        </p:blipFill>
        <p:spPr>
          <a:xfrm>
            <a:off x="347980" y="1522095"/>
            <a:ext cx="8446770" cy="2442845"/>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a:t>Process Scheduling in OS</a:t>
            </a:r>
            <a:endParaRPr lang="en-US" altLang="zh-CN"/>
          </a:p>
        </p:txBody>
      </p:sp>
      <p:pic>
        <p:nvPicPr>
          <p:cNvPr id="4" name="内容占位符 3"/>
          <p:cNvPicPr>
            <a:picLocks noChangeAspect="1"/>
          </p:cNvPicPr>
          <p:nvPr>
            <p:ph idx="1"/>
          </p:nvPr>
        </p:nvPicPr>
        <p:blipFill>
          <a:blip r:embed="rId1"/>
          <a:stretch>
            <a:fillRect/>
          </a:stretch>
        </p:blipFill>
        <p:spPr>
          <a:xfrm>
            <a:off x="347980" y="1012190"/>
            <a:ext cx="8446770" cy="3463290"/>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22" name="Rectangle 2"/>
          <p:cNvSpPr>
            <a:spLocks noGrp="1" noChangeArrowheads="1"/>
          </p:cNvSpPr>
          <p:nvPr>
            <p:ph type="title"/>
          </p:nvPr>
        </p:nvSpPr>
        <p:spPr/>
        <p:txBody>
          <a:bodyPr/>
          <a:lstStyle/>
          <a:p>
            <a:pPr>
              <a:defRPr/>
            </a:pPr>
            <a:r>
              <a:rPr lang="en-US">
                <a:effectLst>
                  <a:outerShdw blurRad="38100" dist="38100" dir="2700000" algn="tl">
                    <a:srgbClr val="C0C0C0"/>
                  </a:outerShdw>
                </a:effectLst>
              </a:rPr>
              <a:t>Concurrent Executions</a:t>
            </a:r>
            <a:endParaRPr lang="en-US">
              <a:effectLst>
                <a:outerShdw blurRad="38100" dist="38100" dir="2700000" algn="tl">
                  <a:srgbClr val="C0C0C0"/>
                </a:outerShdw>
              </a:effectLst>
            </a:endParaRPr>
          </a:p>
        </p:txBody>
      </p:sp>
      <p:sp>
        <p:nvSpPr>
          <p:cNvPr id="13315" name="Rectangle 3"/>
          <p:cNvSpPr>
            <a:spLocks noGrp="1" noChangeArrowheads="1"/>
          </p:cNvSpPr>
          <p:nvPr>
            <p:ph idx="1"/>
          </p:nvPr>
        </p:nvSpPr>
        <p:spPr>
          <a:xfrm>
            <a:off x="1649027" y="826873"/>
            <a:ext cx="5786022" cy="4025979"/>
          </a:xfrm>
        </p:spPr>
        <p:txBody>
          <a:bodyPr/>
          <a:lstStyle/>
          <a:p>
            <a:r>
              <a:rPr lang="en-US" altLang="en-US" sz="1400" dirty="0"/>
              <a:t>Multiple transactions are allowed to run concurrently in the system.  Advantages are:</a:t>
            </a:r>
            <a:endParaRPr lang="en-US" altLang="en-US" sz="1400" dirty="0"/>
          </a:p>
          <a:p>
            <a:pPr lvl="1"/>
            <a:r>
              <a:rPr lang="en-US" altLang="en-US" sz="1400" b="1" dirty="0"/>
              <a:t>Increased processor and disk utilization</a:t>
            </a:r>
            <a:r>
              <a:rPr lang="en-US" altLang="en-US" sz="1400" dirty="0"/>
              <a:t>, leading to better transaction </a:t>
            </a:r>
            <a:r>
              <a:rPr lang="en-US" altLang="en-US" sz="1400" i="1" dirty="0"/>
              <a:t>throughput</a:t>
            </a:r>
            <a:endParaRPr lang="en-US" altLang="en-US" sz="1400" i="1" dirty="0"/>
          </a:p>
          <a:p>
            <a:pPr lvl="2"/>
            <a:r>
              <a:rPr lang="en-US" altLang="en-US" sz="1400" dirty="0"/>
              <a:t>E</a:t>
            </a:r>
            <a:r>
              <a:rPr lang="en-US" altLang="en-US" sz="1400" dirty="0" smtClean="0"/>
              <a:t>.g</a:t>
            </a:r>
            <a:r>
              <a:rPr lang="en-US" altLang="en-US" sz="1400" dirty="0"/>
              <a:t>., one transaction can be using the CPU while another is reading from or writing to the disk</a:t>
            </a:r>
            <a:endParaRPr lang="en-US" altLang="en-US" sz="1400" dirty="0"/>
          </a:p>
          <a:p>
            <a:pPr lvl="1"/>
            <a:r>
              <a:rPr lang="en-US" altLang="en-US" sz="1400" b="1" dirty="0"/>
              <a:t>Reduced average response time</a:t>
            </a:r>
            <a:r>
              <a:rPr lang="en-US" altLang="en-US" sz="1400" dirty="0"/>
              <a:t> for transactions: short transactions need not wait behind long ones.</a:t>
            </a:r>
            <a:endParaRPr lang="en-US" altLang="en-US" sz="1400" dirty="0"/>
          </a:p>
          <a:p>
            <a:r>
              <a:rPr lang="en-US" altLang="en-US" sz="1400" b="1" dirty="0">
                <a:solidFill>
                  <a:srgbClr val="000099"/>
                </a:solidFill>
              </a:rPr>
              <a:t>Concurrency control schemes</a:t>
            </a:r>
            <a:r>
              <a:rPr lang="en-US" altLang="en-US" sz="1400" i="1" dirty="0"/>
              <a:t> </a:t>
            </a:r>
            <a:r>
              <a:rPr lang="en-US" altLang="en-US" sz="1400" dirty="0"/>
              <a:t>– mechanisms  to achieve isolation</a:t>
            </a:r>
            <a:endParaRPr lang="en-US" altLang="en-US" sz="1400" dirty="0"/>
          </a:p>
          <a:p>
            <a:pPr lvl="1"/>
            <a:r>
              <a:rPr lang="en-US" altLang="en-US" sz="1400" dirty="0"/>
              <a:t>That is, to control the interaction among the concurrent transactions in order to prevent them from destroying the consistency of the database</a:t>
            </a:r>
            <a:endParaRPr lang="en-US" altLang="en-US" sz="1400" dirty="0"/>
          </a:p>
          <a:p>
            <a:pPr lvl="2"/>
            <a:r>
              <a:rPr lang="en-US" altLang="en-US" sz="1400" dirty="0"/>
              <a:t>Will study in Chapter 15, after studying notion of correctness of concurrent executions.</a:t>
            </a:r>
            <a:endParaRPr lang="en-US" altLang="en-US" sz="14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0146" name="Rectangle 2"/>
          <p:cNvSpPr>
            <a:spLocks noGrp="1" noChangeArrowheads="1"/>
          </p:cNvSpPr>
          <p:nvPr>
            <p:ph type="title"/>
          </p:nvPr>
        </p:nvSpPr>
        <p:spPr/>
        <p:txBody>
          <a:bodyPr/>
          <a:lstStyle/>
          <a:p>
            <a:pPr>
              <a:defRPr/>
            </a:pPr>
            <a:r>
              <a:rPr lang="en-US">
                <a:effectLst>
                  <a:outerShdw blurRad="38100" dist="38100" dir="2700000" algn="tl">
                    <a:srgbClr val="C0C0C0"/>
                  </a:outerShdw>
                </a:effectLst>
              </a:rPr>
              <a:t>Schedules</a:t>
            </a:r>
            <a:endParaRPr lang="en-US">
              <a:effectLst>
                <a:outerShdw blurRad="38100" dist="38100" dir="2700000" algn="tl">
                  <a:srgbClr val="C0C0C0"/>
                </a:outerShdw>
              </a:effectLst>
            </a:endParaRPr>
          </a:p>
        </p:txBody>
      </p:sp>
      <p:sp>
        <p:nvSpPr>
          <p:cNvPr id="14339" name="Rectangle 3"/>
          <p:cNvSpPr>
            <a:spLocks noGrp="1" noChangeArrowheads="1"/>
          </p:cNvSpPr>
          <p:nvPr>
            <p:ph idx="1"/>
          </p:nvPr>
        </p:nvSpPr>
        <p:spPr>
          <a:xfrm>
            <a:off x="1642368" y="826873"/>
            <a:ext cx="5852605" cy="4025979"/>
          </a:xfrm>
        </p:spPr>
        <p:txBody>
          <a:bodyPr/>
          <a:lstStyle/>
          <a:p>
            <a:r>
              <a:rPr lang="en-US" altLang="en-US" sz="1600" b="1" dirty="0">
                <a:solidFill>
                  <a:srgbClr val="000099"/>
                </a:solidFill>
              </a:rPr>
              <a:t>Schedule</a:t>
            </a:r>
            <a:r>
              <a:rPr lang="en-US" altLang="en-US" sz="1600" b="1" dirty="0">
                <a:solidFill>
                  <a:schemeClr val="tx2"/>
                </a:solidFill>
              </a:rPr>
              <a:t> </a:t>
            </a:r>
            <a:r>
              <a:rPr lang="en-US" altLang="en-US" sz="1600" dirty="0"/>
              <a:t>– a sequences of instructions that specify the chronological order in which instructions of concurrent transactions are executed</a:t>
            </a:r>
            <a:endParaRPr lang="en-US" altLang="en-US" sz="1600" dirty="0"/>
          </a:p>
          <a:p>
            <a:pPr lvl="1"/>
            <a:r>
              <a:rPr lang="en-US" altLang="en-US" sz="1600" dirty="0"/>
              <a:t>A schedule for a set of transactions must consist of all instructions of those transactions</a:t>
            </a:r>
            <a:endParaRPr lang="en-US" altLang="en-US" sz="1600" dirty="0"/>
          </a:p>
          <a:p>
            <a:pPr lvl="1"/>
            <a:r>
              <a:rPr lang="en-US" altLang="en-US" sz="1600" dirty="0"/>
              <a:t>Must preserve the order in which the instructions appear in each individual transaction.</a:t>
            </a:r>
            <a:endParaRPr lang="en-US" altLang="en-US" sz="1600" dirty="0"/>
          </a:p>
          <a:p>
            <a:r>
              <a:rPr lang="en-US" altLang="en-US" sz="1600" dirty="0"/>
              <a:t>A transaction that successfully completes its execution will have a commit instructions as the last statement </a:t>
            </a:r>
            <a:endParaRPr lang="en-US" altLang="en-US" sz="1600" dirty="0"/>
          </a:p>
          <a:p>
            <a:pPr lvl="1"/>
            <a:r>
              <a:rPr lang="en-US" altLang="en-US" sz="1600" dirty="0"/>
              <a:t>By default transaction assumed to execute commit instruction as its last step</a:t>
            </a:r>
            <a:endParaRPr lang="en-US" altLang="en-US" sz="1600" dirty="0"/>
          </a:p>
          <a:p>
            <a:r>
              <a:rPr lang="en-US" altLang="en-US" sz="1600" dirty="0"/>
              <a:t>A transaction that fails to successfully complete its execution will have an abort instruction as the last statement </a:t>
            </a:r>
            <a:endParaRPr lang="en-US" altLang="en-US" sz="16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a:t>Analogy</a:t>
            </a:r>
            <a:endParaRPr lang="en-US" altLang="zh-CN"/>
          </a:p>
        </p:txBody>
      </p:sp>
      <p:sp>
        <p:nvSpPr>
          <p:cNvPr id="3" name="内容占位符 2"/>
          <p:cNvSpPr>
            <a:spLocks noGrp="1"/>
          </p:cNvSpPr>
          <p:nvPr>
            <p:ph idx="1"/>
          </p:nvPr>
        </p:nvSpPr>
        <p:spPr/>
        <p:txBody>
          <a:bodyPr/>
          <a:p>
            <a:r>
              <a:rPr lang="en-US" altLang="zh-CN"/>
              <a:t>Interweave multiple threads</a:t>
            </a:r>
            <a:endParaRPr lang="en-US" altLang="zh-CN"/>
          </a:p>
        </p:txBody>
      </p:sp>
      <p:pic>
        <p:nvPicPr>
          <p:cNvPr id="4" name="图片 3"/>
          <p:cNvPicPr/>
          <p:nvPr/>
        </p:nvPicPr>
        <p:blipFill>
          <a:blip r:embed="rId1"/>
          <a:stretch>
            <a:fillRect/>
          </a:stretch>
        </p:blipFill>
        <p:spPr>
          <a:xfrm>
            <a:off x="1619250" y="1203960"/>
            <a:ext cx="4876800" cy="3665220"/>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1170" name="Rectangle 2"/>
          <p:cNvSpPr>
            <a:spLocks noGrp="1" noChangeArrowheads="1"/>
          </p:cNvSpPr>
          <p:nvPr>
            <p:ph type="title"/>
          </p:nvPr>
        </p:nvSpPr>
        <p:spPr/>
        <p:txBody>
          <a:bodyPr/>
          <a:lstStyle/>
          <a:p>
            <a:pPr>
              <a:defRPr/>
            </a:pPr>
            <a:r>
              <a:rPr lang="en-US">
                <a:effectLst>
                  <a:outerShdw blurRad="38100" dist="38100" dir="2700000" algn="tl">
                    <a:srgbClr val="C0C0C0"/>
                  </a:outerShdw>
                </a:effectLst>
              </a:rPr>
              <a:t>Schedule 1</a:t>
            </a:r>
            <a:endParaRPr lang="en-US">
              <a:effectLst>
                <a:outerShdw blurRad="38100" dist="38100" dir="2700000" algn="tl">
                  <a:srgbClr val="C0C0C0"/>
                </a:outerShdw>
              </a:effectLst>
            </a:endParaRPr>
          </a:p>
        </p:txBody>
      </p:sp>
      <p:sp>
        <p:nvSpPr>
          <p:cNvPr id="15363" name="Rectangle 3"/>
          <p:cNvSpPr>
            <a:spLocks noGrp="1" noChangeArrowheads="1"/>
          </p:cNvSpPr>
          <p:nvPr>
            <p:ph idx="1"/>
          </p:nvPr>
        </p:nvSpPr>
        <p:spPr>
          <a:xfrm>
            <a:off x="1629053" y="826873"/>
            <a:ext cx="5672831" cy="4025979"/>
          </a:xfrm>
        </p:spPr>
        <p:txBody>
          <a:bodyPr/>
          <a:lstStyle/>
          <a:p>
            <a:pPr>
              <a:tabLst>
                <a:tab pos="1947545" algn="l"/>
                <a:tab pos="2684145" algn="l"/>
                <a:tab pos="3594100" algn="l"/>
                <a:tab pos="4286250" algn="l"/>
              </a:tabLst>
            </a:pPr>
            <a:r>
              <a:rPr lang="en-US" altLang="en-US" sz="1400" dirty="0"/>
              <a:t>Let </a:t>
            </a:r>
            <a:r>
              <a:rPr lang="en-US" altLang="en-US" sz="1400" i="1" dirty="0"/>
              <a:t>T</a:t>
            </a:r>
            <a:r>
              <a:rPr lang="en-US" altLang="en-US" sz="1400" baseline="-25000" dirty="0"/>
              <a:t>1</a:t>
            </a:r>
            <a:r>
              <a:rPr lang="en-US" altLang="en-US" sz="1400" dirty="0"/>
              <a:t> transfer $50 from </a:t>
            </a:r>
            <a:r>
              <a:rPr lang="en-US" altLang="en-US" sz="1400" i="1" dirty="0"/>
              <a:t>A </a:t>
            </a:r>
            <a:r>
              <a:rPr lang="en-US" altLang="en-US" sz="1400" dirty="0"/>
              <a:t>to </a:t>
            </a:r>
            <a:r>
              <a:rPr lang="en-US" altLang="en-US" sz="1400" i="1" dirty="0"/>
              <a:t>B</a:t>
            </a:r>
            <a:r>
              <a:rPr lang="en-US" altLang="en-US" sz="1400" dirty="0"/>
              <a:t>, and </a:t>
            </a:r>
            <a:r>
              <a:rPr lang="en-US" altLang="en-US" sz="1400" i="1" dirty="0"/>
              <a:t>T</a:t>
            </a:r>
            <a:r>
              <a:rPr lang="en-US" altLang="en-US" sz="1400" baseline="-25000" dirty="0"/>
              <a:t>2</a:t>
            </a:r>
            <a:r>
              <a:rPr lang="en-US" altLang="en-US" sz="1400" dirty="0"/>
              <a:t> transfer 10% of the balance from </a:t>
            </a:r>
            <a:r>
              <a:rPr lang="en-US" altLang="en-US" sz="1400" i="1" dirty="0"/>
              <a:t>A </a:t>
            </a:r>
            <a:r>
              <a:rPr lang="en-US" altLang="en-US" sz="1400" dirty="0"/>
              <a:t>to </a:t>
            </a:r>
            <a:r>
              <a:rPr lang="en-US" altLang="en-US" sz="1400" i="1" dirty="0"/>
              <a:t>B.</a:t>
            </a:r>
            <a:r>
              <a:rPr lang="en-US" altLang="en-US" sz="1400" dirty="0"/>
              <a:t>  </a:t>
            </a:r>
            <a:endParaRPr lang="en-US" altLang="en-US" sz="1400" dirty="0"/>
          </a:p>
          <a:p>
            <a:pPr>
              <a:lnSpc>
                <a:spcPct val="80000"/>
              </a:lnSpc>
              <a:tabLst>
                <a:tab pos="1947545" algn="l"/>
                <a:tab pos="2684145" algn="l"/>
                <a:tab pos="3594100" algn="l"/>
                <a:tab pos="4286250" algn="l"/>
              </a:tabLst>
            </a:pPr>
            <a:r>
              <a:rPr lang="en-US" altLang="en-US" sz="1400" dirty="0"/>
              <a:t>A </a:t>
            </a:r>
            <a:r>
              <a:rPr lang="en-US" altLang="en-US" sz="1400" dirty="0">
                <a:solidFill>
                  <a:srgbClr val="000099"/>
                </a:solidFill>
              </a:rPr>
              <a:t>serial </a:t>
            </a:r>
            <a:r>
              <a:rPr lang="en-US" altLang="en-US" sz="1400" dirty="0"/>
              <a:t>schedule in which </a:t>
            </a:r>
            <a:r>
              <a:rPr lang="en-US" altLang="en-US" sz="1400" i="1" dirty="0"/>
              <a:t>T</a:t>
            </a:r>
            <a:r>
              <a:rPr lang="en-US" altLang="en-US" sz="1400" baseline="-25000" dirty="0"/>
              <a:t>1</a:t>
            </a:r>
            <a:r>
              <a:rPr lang="en-US" altLang="en-US" sz="1400" dirty="0"/>
              <a:t> is followed by </a:t>
            </a:r>
            <a:r>
              <a:rPr lang="en-US" altLang="en-US" sz="1400" i="1" dirty="0"/>
              <a:t>T</a:t>
            </a:r>
            <a:r>
              <a:rPr lang="en-US" altLang="en-US" sz="1400" baseline="-25000" dirty="0"/>
              <a:t>2</a:t>
            </a:r>
            <a:r>
              <a:rPr lang="en-US" altLang="en-US" sz="1400" dirty="0"/>
              <a:t> :</a:t>
            </a:r>
            <a:endParaRPr lang="en-US" altLang="en-US" sz="1400" dirty="0"/>
          </a:p>
          <a:p>
            <a:pPr>
              <a:lnSpc>
                <a:spcPct val="80000"/>
              </a:lnSpc>
              <a:buFont typeface="Monotype Sorts" pitchFamily="-65" charset="2"/>
              <a:buNone/>
              <a:tabLst>
                <a:tab pos="1947545" algn="l"/>
                <a:tab pos="2684145" algn="l"/>
                <a:tab pos="3594100" algn="l"/>
                <a:tab pos="4286250" algn="l"/>
              </a:tabLst>
            </a:pPr>
            <a:r>
              <a:rPr lang="en-US" altLang="en-US" sz="800" dirty="0"/>
              <a:t>		</a:t>
            </a:r>
            <a:endParaRPr lang="en-US" altLang="en-US" sz="800" dirty="0"/>
          </a:p>
        </p:txBody>
      </p:sp>
      <p:pic>
        <p:nvPicPr>
          <p:cNvPr id="15364" name="Picture 13"/>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3111809" y="1743375"/>
            <a:ext cx="2262188" cy="28313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2194" name="Rectangle 2"/>
          <p:cNvSpPr>
            <a:spLocks noGrp="1" noChangeArrowheads="1"/>
          </p:cNvSpPr>
          <p:nvPr>
            <p:ph type="title"/>
          </p:nvPr>
        </p:nvSpPr>
        <p:spPr/>
        <p:txBody>
          <a:bodyPr/>
          <a:lstStyle/>
          <a:p>
            <a:pPr>
              <a:defRPr/>
            </a:pPr>
            <a:r>
              <a:rPr lang="en-US" dirty="0">
                <a:effectLst>
                  <a:outerShdw blurRad="38100" dist="38100" dir="2700000" algn="tl">
                    <a:srgbClr val="C0C0C0"/>
                  </a:outerShdw>
                </a:effectLst>
              </a:rPr>
              <a:t>Schedule 2</a:t>
            </a:r>
            <a:endParaRPr lang="en-US" dirty="0">
              <a:effectLst>
                <a:outerShdw blurRad="38100" dist="38100" dir="2700000" algn="tl">
                  <a:srgbClr val="C0C0C0"/>
                </a:outerShdw>
              </a:effectLst>
            </a:endParaRPr>
          </a:p>
        </p:txBody>
      </p:sp>
      <p:sp>
        <p:nvSpPr>
          <p:cNvPr id="16387" name="Rectangle 4"/>
          <p:cNvSpPr>
            <a:spLocks noGrp="1" noChangeArrowheads="1"/>
          </p:cNvSpPr>
          <p:nvPr>
            <p:ph idx="1"/>
          </p:nvPr>
        </p:nvSpPr>
        <p:spPr>
          <a:xfrm>
            <a:off x="1662344" y="826873"/>
            <a:ext cx="6114819" cy="4025979"/>
          </a:xfrm>
          <a:noFill/>
        </p:spPr>
        <p:txBody>
          <a:bodyPr/>
          <a:lstStyle/>
          <a:p>
            <a:pPr>
              <a:lnSpc>
                <a:spcPct val="90000"/>
              </a:lnSpc>
              <a:tabLst>
                <a:tab pos="1947545" algn="l"/>
                <a:tab pos="2684145" algn="l"/>
                <a:tab pos="3594100" algn="l"/>
                <a:tab pos="4286250" algn="l"/>
              </a:tabLst>
            </a:pPr>
            <a:r>
              <a:rPr lang="en-US" altLang="en-US" dirty="0"/>
              <a:t>A serial schedule where </a:t>
            </a:r>
            <a:r>
              <a:rPr lang="en-US" altLang="en-US" i="1" dirty="0"/>
              <a:t>T</a:t>
            </a:r>
            <a:r>
              <a:rPr lang="en-US" altLang="en-US" i="1" baseline="-25000" dirty="0"/>
              <a:t>2</a:t>
            </a:r>
            <a:r>
              <a:rPr lang="en-US" altLang="en-US" dirty="0"/>
              <a:t> is followed by </a:t>
            </a:r>
            <a:r>
              <a:rPr lang="en-US" altLang="en-US" i="1" dirty="0"/>
              <a:t>T</a:t>
            </a:r>
            <a:r>
              <a:rPr lang="en-US" altLang="en-US" baseline="-25000" dirty="0"/>
              <a:t>1</a:t>
            </a:r>
            <a:endParaRPr lang="en-US" altLang="en-US" baseline="-25000" dirty="0"/>
          </a:p>
          <a:p>
            <a:pPr>
              <a:lnSpc>
                <a:spcPct val="90000"/>
              </a:lnSpc>
              <a:tabLst>
                <a:tab pos="1947545" algn="l"/>
                <a:tab pos="2684145" algn="l"/>
                <a:tab pos="3594100" algn="l"/>
                <a:tab pos="4286250" algn="l"/>
              </a:tabLst>
            </a:pPr>
            <a:endParaRPr lang="en-US" altLang="en-US" dirty="0"/>
          </a:p>
          <a:p>
            <a:pPr>
              <a:lnSpc>
                <a:spcPct val="90000"/>
              </a:lnSpc>
              <a:buFont typeface="Monotype Sorts" pitchFamily="-65" charset="2"/>
              <a:buNone/>
              <a:tabLst>
                <a:tab pos="1947545" algn="l"/>
                <a:tab pos="2684145" algn="l"/>
                <a:tab pos="3594100" algn="l"/>
                <a:tab pos="4286250" algn="l"/>
              </a:tabLst>
            </a:pPr>
            <a:r>
              <a:rPr lang="en-US" altLang="en-US" dirty="0"/>
              <a:t>		</a:t>
            </a:r>
            <a:endParaRPr lang="en-US" altLang="en-US" i="1" dirty="0"/>
          </a:p>
        </p:txBody>
      </p:sp>
      <p:pic>
        <p:nvPicPr>
          <p:cNvPr id="16388" name="Picture 11"/>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3095625" y="1303735"/>
            <a:ext cx="2174081" cy="2705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2194" name="Rectangle 2"/>
          <p:cNvSpPr>
            <a:spLocks noGrp="1" noChangeArrowheads="1"/>
          </p:cNvSpPr>
          <p:nvPr>
            <p:ph type="title"/>
          </p:nvPr>
        </p:nvSpPr>
        <p:spPr/>
        <p:txBody>
          <a:bodyPr/>
          <a:lstStyle/>
          <a:p>
            <a:pPr>
              <a:defRPr/>
            </a:pPr>
            <a:r>
              <a:rPr lang="en-US">
                <a:effectLst>
                  <a:outerShdw blurRad="38100" dist="38100" dir="2700000" algn="tl">
                    <a:srgbClr val="C0C0C0"/>
                  </a:outerShdw>
                </a:effectLst>
              </a:rPr>
              <a:t>Schedule 3</a:t>
            </a:r>
            <a:endParaRPr lang="en-US">
              <a:effectLst>
                <a:outerShdw blurRad="38100" dist="38100" dir="2700000" algn="tl">
                  <a:srgbClr val="C0C0C0"/>
                </a:outerShdw>
              </a:effectLst>
            </a:endParaRPr>
          </a:p>
        </p:txBody>
      </p:sp>
      <p:sp>
        <p:nvSpPr>
          <p:cNvPr id="17411" name="Rectangle 4"/>
          <p:cNvSpPr>
            <a:spLocks noGrp="1" noChangeArrowheads="1"/>
          </p:cNvSpPr>
          <p:nvPr>
            <p:ph idx="1"/>
          </p:nvPr>
        </p:nvSpPr>
        <p:spPr>
          <a:xfrm>
            <a:off x="1669002" y="826873"/>
            <a:ext cx="5885895" cy="4025979"/>
          </a:xfrm>
          <a:noFill/>
        </p:spPr>
        <p:txBody>
          <a:bodyPr/>
          <a:lstStyle/>
          <a:p>
            <a:pPr>
              <a:tabLst>
                <a:tab pos="1947545" algn="l"/>
                <a:tab pos="2684145" algn="l"/>
                <a:tab pos="3594100" algn="l"/>
                <a:tab pos="4286250" algn="l"/>
              </a:tabLst>
            </a:pPr>
            <a:r>
              <a:rPr lang="en-US" altLang="en-US" sz="1400" dirty="0"/>
              <a:t>Let </a:t>
            </a:r>
            <a:r>
              <a:rPr lang="en-US" altLang="en-US" sz="1400" i="1" dirty="0"/>
              <a:t>T</a:t>
            </a:r>
            <a:r>
              <a:rPr lang="en-US" altLang="en-US" sz="1400" baseline="-25000" dirty="0"/>
              <a:t>1</a:t>
            </a:r>
            <a:r>
              <a:rPr lang="en-US" altLang="en-US" sz="1400" dirty="0"/>
              <a:t> and </a:t>
            </a:r>
            <a:r>
              <a:rPr lang="en-US" altLang="en-US" sz="1400" i="1" dirty="0"/>
              <a:t>T</a:t>
            </a:r>
            <a:r>
              <a:rPr lang="en-US" altLang="en-US" sz="1400" baseline="-25000" dirty="0"/>
              <a:t>2</a:t>
            </a:r>
            <a:r>
              <a:rPr lang="en-US" altLang="en-US" sz="1400" dirty="0"/>
              <a:t> be the transactions defined previously</a:t>
            </a:r>
            <a:r>
              <a:rPr lang="en-US" altLang="en-US" sz="1400" i="1" dirty="0"/>
              <a:t>.</a:t>
            </a:r>
            <a:r>
              <a:rPr lang="en-US" altLang="en-US" sz="1400" dirty="0"/>
              <a:t>  The following schedule is not a serial schedule, but it is </a:t>
            </a:r>
            <a:r>
              <a:rPr lang="en-US" altLang="en-US" sz="1400" i="1" dirty="0">
                <a:solidFill>
                  <a:srgbClr val="000099"/>
                </a:solidFill>
              </a:rPr>
              <a:t>equivalent</a:t>
            </a:r>
            <a:r>
              <a:rPr lang="en-US" altLang="en-US" sz="1400" dirty="0">
                <a:solidFill>
                  <a:srgbClr val="000099"/>
                </a:solidFill>
              </a:rPr>
              <a:t> </a:t>
            </a:r>
            <a:r>
              <a:rPr lang="en-US" altLang="en-US" sz="1400" dirty="0"/>
              <a:t>to Schedule </a:t>
            </a:r>
            <a:r>
              <a:rPr lang="en-US" altLang="en-US" sz="1400" dirty="0" smtClean="0"/>
              <a:t>1</a:t>
            </a:r>
            <a:endParaRPr lang="en-US" altLang="en-US" sz="1400" dirty="0" smtClean="0"/>
          </a:p>
          <a:p>
            <a:pPr>
              <a:tabLst>
                <a:tab pos="1947545" algn="l"/>
                <a:tab pos="2684145" algn="l"/>
                <a:tab pos="3594100" algn="l"/>
                <a:tab pos="4286250" algn="l"/>
              </a:tabLst>
            </a:pPr>
            <a:endParaRPr lang="en-US" altLang="en-US" sz="1400" dirty="0"/>
          </a:p>
          <a:p>
            <a:pPr>
              <a:tabLst>
                <a:tab pos="1947545" algn="l"/>
                <a:tab pos="2684145" algn="l"/>
                <a:tab pos="3594100" algn="l"/>
                <a:tab pos="4286250" algn="l"/>
              </a:tabLst>
            </a:pPr>
            <a:endParaRPr lang="en-US" altLang="en-US" sz="1400" dirty="0" smtClean="0"/>
          </a:p>
          <a:p>
            <a:pPr>
              <a:tabLst>
                <a:tab pos="1947545" algn="l"/>
                <a:tab pos="2684145" algn="l"/>
                <a:tab pos="3594100" algn="l"/>
                <a:tab pos="4286250" algn="l"/>
              </a:tabLst>
            </a:pPr>
            <a:endParaRPr lang="en-US" altLang="en-US" sz="1400" dirty="0"/>
          </a:p>
          <a:p>
            <a:pPr>
              <a:tabLst>
                <a:tab pos="1947545" algn="l"/>
                <a:tab pos="2684145" algn="l"/>
                <a:tab pos="3594100" algn="l"/>
                <a:tab pos="4286250" algn="l"/>
              </a:tabLst>
            </a:pPr>
            <a:endParaRPr lang="en-US" altLang="en-US" sz="1400" dirty="0" smtClean="0"/>
          </a:p>
          <a:p>
            <a:pPr>
              <a:tabLst>
                <a:tab pos="1947545" algn="l"/>
                <a:tab pos="2684145" algn="l"/>
                <a:tab pos="3594100" algn="l"/>
                <a:tab pos="4286250" algn="l"/>
              </a:tabLst>
            </a:pPr>
            <a:endParaRPr lang="en-US" altLang="en-US" sz="1400" dirty="0"/>
          </a:p>
          <a:p>
            <a:pPr>
              <a:tabLst>
                <a:tab pos="1947545" algn="l"/>
                <a:tab pos="2684145" algn="l"/>
                <a:tab pos="3594100" algn="l"/>
                <a:tab pos="4286250" algn="l"/>
              </a:tabLst>
            </a:pPr>
            <a:endParaRPr lang="en-US" altLang="en-US" sz="1400" dirty="0" smtClean="0"/>
          </a:p>
          <a:p>
            <a:pPr>
              <a:tabLst>
                <a:tab pos="1947545" algn="l"/>
                <a:tab pos="2684145" algn="l"/>
                <a:tab pos="3594100" algn="l"/>
                <a:tab pos="4286250" algn="l"/>
              </a:tabLst>
            </a:pPr>
            <a:endParaRPr lang="en-US" altLang="en-US" sz="1400" dirty="0"/>
          </a:p>
          <a:p>
            <a:pPr>
              <a:tabLst>
                <a:tab pos="1947545" algn="l"/>
                <a:tab pos="2684145" algn="l"/>
                <a:tab pos="3594100" algn="l"/>
                <a:tab pos="4286250" algn="l"/>
              </a:tabLst>
            </a:pPr>
            <a:endParaRPr lang="en-US" altLang="en-US" sz="1400" dirty="0" smtClean="0"/>
          </a:p>
          <a:p>
            <a:pPr>
              <a:tabLst>
                <a:tab pos="1947545" algn="l"/>
                <a:tab pos="2684145" algn="l"/>
                <a:tab pos="3594100" algn="l"/>
                <a:tab pos="4286250" algn="l"/>
              </a:tabLst>
            </a:pPr>
            <a:endParaRPr lang="en-US" altLang="en-US" sz="1400" dirty="0"/>
          </a:p>
          <a:p>
            <a:pPr>
              <a:tabLst>
                <a:tab pos="1947545" algn="l"/>
                <a:tab pos="2684145" algn="l"/>
                <a:tab pos="3594100" algn="l"/>
                <a:tab pos="4286250" algn="l"/>
              </a:tabLst>
            </a:pPr>
            <a:endParaRPr lang="en-US" altLang="en-US" sz="1400" dirty="0" smtClean="0"/>
          </a:p>
          <a:p>
            <a:pPr>
              <a:tabLst>
                <a:tab pos="1947545" algn="l"/>
                <a:tab pos="2684145" algn="l"/>
                <a:tab pos="3594100" algn="l"/>
                <a:tab pos="4286250" algn="l"/>
              </a:tabLst>
            </a:pPr>
            <a:endParaRPr lang="en-US" altLang="en-US" sz="1400" dirty="0" smtClean="0"/>
          </a:p>
          <a:p>
            <a:pPr>
              <a:tabLst>
                <a:tab pos="1947545" algn="l"/>
                <a:tab pos="2684145" algn="l"/>
                <a:tab pos="3594100" algn="l"/>
                <a:tab pos="4286250" algn="l"/>
              </a:tabLst>
            </a:pPr>
            <a:r>
              <a:rPr lang="en-US" altLang="en-US" sz="800" dirty="0" smtClean="0">
                <a:latin typeface="Arial" panose="020B0604020202020204" pitchFamily="34" charset="0"/>
              </a:rPr>
              <a:t>In </a:t>
            </a:r>
            <a:r>
              <a:rPr lang="en-US" altLang="en-US" sz="800" dirty="0">
                <a:latin typeface="Arial" panose="020B0604020202020204" pitchFamily="34" charset="0"/>
              </a:rPr>
              <a:t>Schedules 1, 2 and 3, the sum A + B is preserved</a:t>
            </a:r>
            <a:r>
              <a:rPr lang="en-US" altLang="en-US" sz="1400" dirty="0" smtClean="0"/>
              <a:t>.</a:t>
            </a:r>
            <a:endParaRPr lang="en-US" altLang="en-US" sz="1400" dirty="0"/>
          </a:p>
          <a:p>
            <a:pPr>
              <a:lnSpc>
                <a:spcPct val="90000"/>
              </a:lnSpc>
              <a:buFont typeface="Monotype Sorts" pitchFamily="-65" charset="2"/>
              <a:buNone/>
              <a:tabLst>
                <a:tab pos="1947545" algn="l"/>
                <a:tab pos="2684145" algn="l"/>
                <a:tab pos="3594100" algn="l"/>
                <a:tab pos="4286250" algn="l"/>
              </a:tabLst>
            </a:pPr>
            <a:r>
              <a:rPr lang="en-US" altLang="en-US" sz="1400" dirty="0"/>
              <a:t>		</a:t>
            </a:r>
            <a:endParaRPr lang="en-US" altLang="en-US" sz="1400" i="1" dirty="0"/>
          </a:p>
        </p:txBody>
      </p:sp>
      <p:pic>
        <p:nvPicPr>
          <p:cNvPr id="17413" name="Picture 13"/>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3419555" y="1851660"/>
            <a:ext cx="2084784" cy="26038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3218" name="Rectangle 2"/>
          <p:cNvSpPr>
            <a:spLocks noGrp="1" noChangeArrowheads="1"/>
          </p:cNvSpPr>
          <p:nvPr>
            <p:ph type="title"/>
          </p:nvPr>
        </p:nvSpPr>
        <p:spPr/>
        <p:txBody>
          <a:bodyPr/>
          <a:lstStyle/>
          <a:p>
            <a:pPr>
              <a:defRPr/>
            </a:pPr>
            <a:r>
              <a:rPr lang="en-US">
                <a:effectLst>
                  <a:outerShdw blurRad="38100" dist="38100" dir="2700000" algn="tl">
                    <a:srgbClr val="C0C0C0"/>
                  </a:outerShdw>
                </a:effectLst>
              </a:rPr>
              <a:t>Schedule 4</a:t>
            </a:r>
            <a:endParaRPr lang="en-US">
              <a:effectLst>
                <a:outerShdw blurRad="38100" dist="38100" dir="2700000" algn="tl">
                  <a:srgbClr val="C0C0C0"/>
                </a:outerShdw>
              </a:effectLst>
            </a:endParaRPr>
          </a:p>
        </p:txBody>
      </p:sp>
      <p:sp>
        <p:nvSpPr>
          <p:cNvPr id="18435" name="Rectangle 4"/>
          <p:cNvSpPr>
            <a:spLocks noGrp="1" noChangeArrowheads="1"/>
          </p:cNvSpPr>
          <p:nvPr>
            <p:ph idx="1"/>
          </p:nvPr>
        </p:nvSpPr>
        <p:spPr>
          <a:xfrm>
            <a:off x="1655685" y="826873"/>
            <a:ext cx="6121477" cy="4025979"/>
          </a:xfrm>
          <a:noFill/>
        </p:spPr>
        <p:txBody>
          <a:bodyPr/>
          <a:lstStyle/>
          <a:p>
            <a:pPr>
              <a:tabLst>
                <a:tab pos="1947545" algn="l"/>
                <a:tab pos="2684145" algn="l"/>
                <a:tab pos="3594100" algn="l"/>
                <a:tab pos="4286250" algn="l"/>
              </a:tabLst>
            </a:pPr>
            <a:r>
              <a:rPr lang="en-US" altLang="en-US" dirty="0"/>
              <a:t>The following concurrent schedule does not preserve the value of (</a:t>
            </a:r>
            <a:r>
              <a:rPr lang="en-US" altLang="en-US" i="1" dirty="0"/>
              <a:t>A </a:t>
            </a:r>
            <a:r>
              <a:rPr lang="en-US" altLang="en-US" dirty="0"/>
              <a:t>+ </a:t>
            </a:r>
            <a:r>
              <a:rPr lang="en-US" altLang="en-US" i="1" dirty="0"/>
              <a:t>B</a:t>
            </a:r>
            <a:r>
              <a:rPr lang="en-US" altLang="en-US" dirty="0"/>
              <a:t> </a:t>
            </a:r>
            <a:r>
              <a:rPr lang="en-US" altLang="en-US" i="1" dirty="0"/>
              <a:t>)</a:t>
            </a:r>
            <a:r>
              <a:rPr lang="en-US" altLang="en-US" dirty="0"/>
              <a:t>.			</a:t>
            </a:r>
            <a:endParaRPr lang="en-US" altLang="en-US" i="1" dirty="0"/>
          </a:p>
        </p:txBody>
      </p:sp>
      <p:pic>
        <p:nvPicPr>
          <p:cNvPr id="18436" name="Picture 15"/>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3636010" y="1779029"/>
            <a:ext cx="2034779" cy="25407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4242" name="Rectangle 2"/>
          <p:cNvSpPr>
            <a:spLocks noGrp="1" noChangeArrowheads="1"/>
          </p:cNvSpPr>
          <p:nvPr>
            <p:ph type="title"/>
          </p:nvPr>
        </p:nvSpPr>
        <p:spPr/>
        <p:txBody>
          <a:bodyPr/>
          <a:lstStyle/>
          <a:p>
            <a:pPr>
              <a:defRPr/>
            </a:pPr>
            <a:r>
              <a:rPr lang="en-US" dirty="0">
                <a:effectLst>
                  <a:outerShdw blurRad="38100" dist="38100" dir="2700000" algn="tl">
                    <a:srgbClr val="C0C0C0"/>
                  </a:outerShdw>
                </a:effectLst>
              </a:rPr>
              <a:t>Serializability</a:t>
            </a:r>
            <a:endParaRPr lang="en-US" dirty="0">
              <a:effectLst>
                <a:outerShdw blurRad="38100" dist="38100" dir="2700000" algn="tl">
                  <a:srgbClr val="C0C0C0"/>
                </a:outerShdw>
              </a:effectLst>
            </a:endParaRPr>
          </a:p>
        </p:txBody>
      </p:sp>
      <p:sp>
        <p:nvSpPr>
          <p:cNvPr id="19459" name="Rectangle 3"/>
          <p:cNvSpPr>
            <a:spLocks noGrp="1" noChangeArrowheads="1"/>
          </p:cNvSpPr>
          <p:nvPr>
            <p:ph idx="1"/>
          </p:nvPr>
        </p:nvSpPr>
        <p:spPr>
          <a:xfrm>
            <a:off x="1655685" y="826873"/>
            <a:ext cx="6034562" cy="4025979"/>
          </a:xfrm>
        </p:spPr>
        <p:txBody>
          <a:bodyPr/>
          <a:lstStyle/>
          <a:p>
            <a:r>
              <a:rPr lang="en-US" altLang="en-US" b="1" dirty="0"/>
              <a:t>Basic Assumption</a:t>
            </a:r>
            <a:r>
              <a:rPr lang="en-US" altLang="en-US" dirty="0"/>
              <a:t> – Each transaction preserves database consistency.</a:t>
            </a:r>
            <a:endParaRPr lang="en-US" altLang="en-US" dirty="0"/>
          </a:p>
          <a:p>
            <a:r>
              <a:rPr lang="en-US" altLang="en-US" dirty="0"/>
              <a:t>Thus, serial execution of a set of transactions preserves database consistency.</a:t>
            </a:r>
            <a:endParaRPr lang="en-US" altLang="en-US" dirty="0"/>
          </a:p>
          <a:p>
            <a:r>
              <a:rPr lang="en-US" altLang="en-US" dirty="0"/>
              <a:t>A (possibly concurrent) schedule is serializable if it is equivalent to a serial schedule.  Different forms of schedule equivalence give rise to the notions of:</a:t>
            </a:r>
            <a:endParaRPr lang="en-US" altLang="en-US" dirty="0"/>
          </a:p>
          <a:p>
            <a:pPr lvl="1">
              <a:buFont typeface="Monotype Sorts" pitchFamily="-65" charset="2"/>
              <a:buNone/>
            </a:pPr>
            <a:r>
              <a:rPr lang="en-US" altLang="en-US" dirty="0"/>
              <a:t>1.	</a:t>
            </a:r>
            <a:r>
              <a:rPr lang="en-US" altLang="en-US" b="1" dirty="0">
                <a:solidFill>
                  <a:srgbClr val="000099"/>
                </a:solidFill>
              </a:rPr>
              <a:t>C</a:t>
            </a:r>
            <a:r>
              <a:rPr lang="en-US" altLang="en-US" b="1" dirty="0" smtClean="0">
                <a:solidFill>
                  <a:srgbClr val="000099"/>
                </a:solidFill>
              </a:rPr>
              <a:t>onflict </a:t>
            </a:r>
            <a:r>
              <a:rPr lang="en-US" altLang="en-US" b="1" dirty="0">
                <a:solidFill>
                  <a:srgbClr val="000099"/>
                </a:solidFill>
              </a:rPr>
              <a:t>serializability</a:t>
            </a:r>
            <a:endParaRPr lang="en-US" altLang="en-US" b="1" dirty="0">
              <a:solidFill>
                <a:srgbClr val="000099"/>
              </a:solidFill>
            </a:endParaRPr>
          </a:p>
          <a:p>
            <a:pPr lvl="1">
              <a:buFont typeface="Monotype Sorts" pitchFamily="-65" charset="2"/>
              <a:buNone/>
            </a:pPr>
            <a:r>
              <a:rPr lang="en-US" altLang="en-US" dirty="0"/>
              <a:t>2.	</a:t>
            </a:r>
            <a:r>
              <a:rPr lang="en-US" altLang="en-US" b="1" dirty="0">
                <a:solidFill>
                  <a:srgbClr val="000099"/>
                </a:solidFill>
              </a:rPr>
              <a:t>V</a:t>
            </a:r>
            <a:r>
              <a:rPr lang="en-US" altLang="en-US" b="1" dirty="0" smtClean="0">
                <a:solidFill>
                  <a:srgbClr val="000099"/>
                </a:solidFill>
              </a:rPr>
              <a:t>iew </a:t>
            </a:r>
            <a:r>
              <a:rPr lang="en-US" altLang="en-US" b="1" dirty="0">
                <a:solidFill>
                  <a:srgbClr val="000099"/>
                </a:solidFill>
              </a:rPr>
              <a:t>serializability*(won’t be taught here)</a:t>
            </a:r>
            <a:endParaRPr lang="en-US" altLang="en-US" b="1" dirty="0">
              <a:solidFill>
                <a:srgbClr val="000099"/>
              </a:solidFill>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1874" name="Rectangle 2"/>
          <p:cNvSpPr>
            <a:spLocks noGrp="1" noChangeArrowheads="1"/>
          </p:cNvSpPr>
          <p:nvPr>
            <p:ph type="title"/>
          </p:nvPr>
        </p:nvSpPr>
        <p:spPr/>
        <p:txBody>
          <a:bodyPr/>
          <a:lstStyle/>
          <a:p>
            <a:pPr>
              <a:defRPr/>
            </a:pPr>
            <a:r>
              <a:rPr lang="en-US" i="1">
                <a:effectLst>
                  <a:outerShdw blurRad="38100" dist="38100" dir="2700000" algn="tl">
                    <a:srgbClr val="C0C0C0"/>
                  </a:outerShdw>
                </a:effectLst>
              </a:rPr>
              <a:t>Simplified view of transactions</a:t>
            </a:r>
            <a:endParaRPr lang="en-US" i="1">
              <a:effectLst>
                <a:outerShdw blurRad="38100" dist="38100" dir="2700000" algn="tl">
                  <a:srgbClr val="C0C0C0"/>
                </a:outerShdw>
              </a:effectLst>
            </a:endParaRPr>
          </a:p>
        </p:txBody>
      </p:sp>
      <p:sp>
        <p:nvSpPr>
          <p:cNvPr id="20483" name="Rectangle 3"/>
          <p:cNvSpPr>
            <a:spLocks noGrp="1" noChangeArrowheads="1"/>
          </p:cNvSpPr>
          <p:nvPr>
            <p:ph idx="1"/>
          </p:nvPr>
        </p:nvSpPr>
        <p:spPr>
          <a:xfrm>
            <a:off x="1649027" y="826873"/>
            <a:ext cx="5905871" cy="4025979"/>
          </a:xfrm>
        </p:spPr>
        <p:txBody>
          <a:bodyPr/>
          <a:lstStyle/>
          <a:p>
            <a:r>
              <a:rPr lang="en-US" altLang="en-US" dirty="0"/>
              <a:t>We ignore operations other than </a:t>
            </a:r>
            <a:r>
              <a:rPr lang="en-US" altLang="en-US" b="1" dirty="0"/>
              <a:t>read</a:t>
            </a:r>
            <a:r>
              <a:rPr lang="en-US" altLang="en-US" dirty="0"/>
              <a:t> and </a:t>
            </a:r>
            <a:r>
              <a:rPr lang="en-US" altLang="en-US" b="1" dirty="0"/>
              <a:t>write</a:t>
            </a:r>
            <a:r>
              <a:rPr lang="en-US" altLang="en-US" dirty="0"/>
              <a:t> instructions</a:t>
            </a:r>
            <a:endParaRPr lang="en-US" altLang="en-US" dirty="0"/>
          </a:p>
          <a:p>
            <a:r>
              <a:rPr lang="en-US" altLang="en-US" dirty="0"/>
              <a:t>We assume that transactions may perform arbitrary computations on data in local buffers in between reads and writes.  </a:t>
            </a:r>
            <a:endParaRPr lang="en-US" altLang="en-US" dirty="0"/>
          </a:p>
          <a:p>
            <a:r>
              <a:rPr lang="en-US" altLang="en-US" dirty="0"/>
              <a:t>Our simplified schedules consist of only </a:t>
            </a:r>
            <a:r>
              <a:rPr lang="en-US" altLang="en-US" b="1" dirty="0"/>
              <a:t>read</a:t>
            </a:r>
            <a:r>
              <a:rPr lang="en-US" altLang="en-US" dirty="0"/>
              <a:t> and </a:t>
            </a:r>
            <a:r>
              <a:rPr lang="en-US" altLang="en-US" b="1" dirty="0"/>
              <a:t>write </a:t>
            </a:r>
            <a:r>
              <a:rPr lang="en-US" altLang="en-US" dirty="0"/>
              <a:t>instructions.</a:t>
            </a:r>
            <a:endParaRPr lang="en-US" altLang="en-US"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5266" name="Rectangle 2"/>
          <p:cNvSpPr>
            <a:spLocks noGrp="1" noChangeArrowheads="1"/>
          </p:cNvSpPr>
          <p:nvPr>
            <p:ph type="title"/>
          </p:nvPr>
        </p:nvSpPr>
        <p:spPr/>
        <p:txBody>
          <a:bodyPr/>
          <a:lstStyle/>
          <a:p>
            <a:pPr>
              <a:defRPr/>
            </a:pPr>
            <a:r>
              <a:rPr lang="en-US">
                <a:effectLst>
                  <a:outerShdw blurRad="38100" dist="38100" dir="2700000" algn="tl">
                    <a:srgbClr val="C0C0C0"/>
                  </a:outerShdw>
                </a:effectLst>
              </a:rPr>
              <a:t>Conflicting Instructions </a:t>
            </a:r>
            <a:endParaRPr lang="en-US">
              <a:effectLst>
                <a:outerShdw blurRad="38100" dist="38100" dir="2700000" algn="tl">
                  <a:srgbClr val="C0C0C0"/>
                </a:outerShdw>
              </a:effectLst>
            </a:endParaRPr>
          </a:p>
        </p:txBody>
      </p:sp>
      <p:sp>
        <p:nvSpPr>
          <p:cNvPr id="21507" name="Rectangle 3"/>
          <p:cNvSpPr>
            <a:spLocks noGrp="1" noChangeArrowheads="1"/>
          </p:cNvSpPr>
          <p:nvPr>
            <p:ph idx="1"/>
          </p:nvPr>
        </p:nvSpPr>
        <p:spPr>
          <a:xfrm>
            <a:off x="1662344" y="826873"/>
            <a:ext cx="5812655" cy="4025979"/>
          </a:xfrm>
        </p:spPr>
        <p:txBody>
          <a:bodyPr/>
          <a:lstStyle/>
          <a:p>
            <a:r>
              <a:rPr lang="en-US" altLang="en-US" sz="1600" dirty="0"/>
              <a:t>Instructions </a:t>
            </a:r>
            <a:r>
              <a:rPr lang="en-US" altLang="en-US" sz="1600" i="1" dirty="0"/>
              <a:t>l</a:t>
            </a:r>
            <a:r>
              <a:rPr lang="en-US" altLang="en-US" sz="1600" i="1" baseline="-25000" dirty="0"/>
              <a:t>i</a:t>
            </a:r>
            <a:r>
              <a:rPr lang="en-US" altLang="en-US" sz="1600" dirty="0"/>
              <a:t> and </a:t>
            </a:r>
            <a:r>
              <a:rPr lang="en-US" altLang="en-US" sz="1600" i="1" dirty="0" err="1"/>
              <a:t>l</a:t>
            </a:r>
            <a:r>
              <a:rPr lang="en-US" altLang="en-US" sz="1600" i="1" baseline="-25000" dirty="0" err="1"/>
              <a:t>j</a:t>
            </a:r>
            <a:r>
              <a:rPr lang="en-US" altLang="en-US" sz="1600" dirty="0"/>
              <a:t> of transactions </a:t>
            </a:r>
            <a:r>
              <a:rPr lang="en-US" altLang="en-US" sz="1600" i="1" dirty="0"/>
              <a:t>T</a:t>
            </a:r>
            <a:r>
              <a:rPr lang="en-US" altLang="en-US" sz="1600" i="1" baseline="-25000" dirty="0"/>
              <a:t>i</a:t>
            </a:r>
            <a:r>
              <a:rPr lang="en-US" altLang="en-US" sz="1600" dirty="0"/>
              <a:t> and </a:t>
            </a:r>
            <a:r>
              <a:rPr lang="en-US" altLang="en-US" sz="1600" i="1" dirty="0"/>
              <a:t>T</a:t>
            </a:r>
            <a:r>
              <a:rPr lang="en-US" altLang="en-US" sz="1600" i="1" baseline="-25000" dirty="0"/>
              <a:t>j</a:t>
            </a:r>
            <a:r>
              <a:rPr lang="en-US" altLang="en-US" sz="1600" dirty="0"/>
              <a:t> respectively, </a:t>
            </a:r>
            <a:r>
              <a:rPr lang="en-US" altLang="en-US" sz="1600" b="1" dirty="0">
                <a:solidFill>
                  <a:srgbClr val="000099"/>
                </a:solidFill>
              </a:rPr>
              <a:t>conflict</a:t>
            </a:r>
            <a:r>
              <a:rPr lang="en-US" altLang="en-US" sz="1600" dirty="0"/>
              <a:t> if and only if there exists some item </a:t>
            </a:r>
            <a:r>
              <a:rPr lang="en-US" altLang="en-US" sz="1600" i="1" dirty="0"/>
              <a:t>Q</a:t>
            </a:r>
            <a:r>
              <a:rPr lang="en-US" altLang="en-US" sz="1600" dirty="0"/>
              <a:t> accessed by both </a:t>
            </a:r>
            <a:r>
              <a:rPr lang="en-US" altLang="en-US" sz="1600" i="1" dirty="0"/>
              <a:t>l</a:t>
            </a:r>
            <a:r>
              <a:rPr lang="en-US" altLang="en-US" sz="1600" i="1" baseline="-25000" dirty="0"/>
              <a:t>i</a:t>
            </a:r>
            <a:r>
              <a:rPr lang="en-US" altLang="en-US" sz="1600" dirty="0"/>
              <a:t> and </a:t>
            </a:r>
            <a:r>
              <a:rPr lang="en-US" altLang="en-US" sz="1600" i="1" dirty="0" err="1"/>
              <a:t>l</a:t>
            </a:r>
            <a:r>
              <a:rPr lang="en-US" altLang="en-US" sz="1600" i="1" baseline="-25000" dirty="0" err="1"/>
              <a:t>j</a:t>
            </a:r>
            <a:r>
              <a:rPr lang="en-US" altLang="en-US" sz="1600" dirty="0"/>
              <a:t>, and at least one of these instructions wrote </a:t>
            </a:r>
            <a:r>
              <a:rPr lang="en-US" altLang="en-US" sz="1600" i="1" dirty="0"/>
              <a:t>Q.</a:t>
            </a:r>
            <a:endParaRPr lang="en-US" altLang="en-US" sz="1600" dirty="0"/>
          </a:p>
          <a:p>
            <a:pPr>
              <a:buFont typeface="Monotype Sorts" pitchFamily="-65" charset="2"/>
              <a:buNone/>
            </a:pPr>
            <a:r>
              <a:rPr lang="en-US" altLang="en-US" sz="1600" dirty="0"/>
              <a:t>	   1.   </a:t>
            </a:r>
            <a:r>
              <a:rPr lang="en-US" altLang="en-US" sz="1600" i="1" dirty="0"/>
              <a:t>l</a:t>
            </a:r>
            <a:r>
              <a:rPr lang="en-US" altLang="en-US" sz="1600" i="1" baseline="-25000" dirty="0"/>
              <a:t>i</a:t>
            </a:r>
            <a:r>
              <a:rPr lang="en-US" altLang="en-US" sz="1600" dirty="0"/>
              <a:t> = </a:t>
            </a:r>
            <a:r>
              <a:rPr lang="en-US" altLang="en-US" sz="1600" b="1" dirty="0"/>
              <a:t>read</a:t>
            </a:r>
            <a:r>
              <a:rPr lang="en-US" altLang="en-US" sz="1600" dirty="0"/>
              <a:t>(</a:t>
            </a:r>
            <a:r>
              <a:rPr lang="en-US" altLang="en-US" sz="1600" i="1" dirty="0"/>
              <a:t>Q), </a:t>
            </a:r>
            <a:r>
              <a:rPr lang="en-US" altLang="en-US" sz="1600" i="1" dirty="0" err="1"/>
              <a:t>l</a:t>
            </a:r>
            <a:r>
              <a:rPr lang="en-US" altLang="en-US" sz="1600" i="1" baseline="-25000" dirty="0" err="1"/>
              <a:t>j</a:t>
            </a:r>
            <a:r>
              <a:rPr lang="en-US" altLang="en-US" sz="1600" i="1" dirty="0"/>
              <a:t> = </a:t>
            </a:r>
            <a:r>
              <a:rPr lang="en-US" altLang="en-US" sz="1600" b="1" dirty="0"/>
              <a:t>read</a:t>
            </a:r>
            <a:r>
              <a:rPr lang="en-US" altLang="en-US" sz="1600" dirty="0"/>
              <a:t>(</a:t>
            </a:r>
            <a:r>
              <a:rPr lang="en-US" altLang="en-US" sz="1600" i="1" dirty="0"/>
              <a:t>Q</a:t>
            </a:r>
            <a:r>
              <a:rPr lang="en-US" altLang="en-US" sz="1600" dirty="0"/>
              <a:t>).   </a:t>
            </a:r>
            <a:r>
              <a:rPr lang="en-US" altLang="en-US" sz="1600" i="1" dirty="0"/>
              <a:t>l</a:t>
            </a:r>
            <a:r>
              <a:rPr lang="en-US" altLang="en-US" sz="1600" i="1" baseline="-25000" dirty="0"/>
              <a:t>i</a:t>
            </a:r>
            <a:r>
              <a:rPr lang="en-US" altLang="en-US" sz="1600" dirty="0"/>
              <a:t> and </a:t>
            </a:r>
            <a:r>
              <a:rPr lang="en-US" altLang="en-US" sz="1600" i="1" dirty="0" err="1"/>
              <a:t>l</a:t>
            </a:r>
            <a:r>
              <a:rPr lang="en-US" altLang="en-US" sz="1600" i="1" baseline="-25000" dirty="0" err="1"/>
              <a:t>j</a:t>
            </a:r>
            <a:r>
              <a:rPr lang="en-US" altLang="en-US" sz="1600" i="1" dirty="0"/>
              <a:t> </a:t>
            </a:r>
            <a:r>
              <a:rPr lang="en-US" altLang="en-US" sz="1600" dirty="0"/>
              <a:t>don</a:t>
            </a:r>
            <a:r>
              <a:rPr lang="ja-JP" altLang="en-US" sz="1600" dirty="0"/>
              <a:t>’</a:t>
            </a:r>
            <a:r>
              <a:rPr lang="en-US" altLang="ja-JP" sz="1600" dirty="0"/>
              <a:t>t conflict.</a:t>
            </a:r>
            <a:br>
              <a:rPr lang="en-US" altLang="ja-JP" sz="1600" dirty="0"/>
            </a:br>
            <a:r>
              <a:rPr lang="en-US" altLang="ja-JP" sz="1600" dirty="0"/>
              <a:t>   2.   </a:t>
            </a:r>
            <a:r>
              <a:rPr lang="en-US" altLang="ja-JP" sz="1600" i="1" dirty="0"/>
              <a:t>l</a:t>
            </a:r>
            <a:r>
              <a:rPr lang="en-US" altLang="ja-JP" sz="1600" i="1" baseline="-25000" dirty="0"/>
              <a:t>i</a:t>
            </a:r>
            <a:r>
              <a:rPr lang="en-US" altLang="ja-JP" sz="1600" dirty="0"/>
              <a:t> = </a:t>
            </a:r>
            <a:r>
              <a:rPr lang="en-US" altLang="ja-JP" sz="1600" b="1" dirty="0"/>
              <a:t>read</a:t>
            </a:r>
            <a:r>
              <a:rPr lang="en-US" altLang="ja-JP" sz="1600" dirty="0"/>
              <a:t>(</a:t>
            </a:r>
            <a:r>
              <a:rPr lang="en-US" altLang="ja-JP" sz="1600" i="1" dirty="0"/>
              <a:t>Q),  </a:t>
            </a:r>
            <a:r>
              <a:rPr lang="en-US" altLang="ja-JP" sz="1600" i="1" dirty="0" err="1"/>
              <a:t>l</a:t>
            </a:r>
            <a:r>
              <a:rPr lang="en-US" altLang="ja-JP" sz="1600" i="1" baseline="-25000" dirty="0" err="1"/>
              <a:t>j</a:t>
            </a:r>
            <a:r>
              <a:rPr lang="en-US" altLang="ja-JP" sz="1600" i="1" dirty="0"/>
              <a:t> = </a:t>
            </a:r>
            <a:r>
              <a:rPr lang="en-US" altLang="ja-JP" sz="1600" b="1" dirty="0"/>
              <a:t>write</a:t>
            </a:r>
            <a:r>
              <a:rPr lang="en-US" altLang="ja-JP" sz="1600" dirty="0"/>
              <a:t>(</a:t>
            </a:r>
            <a:r>
              <a:rPr lang="en-US" altLang="ja-JP" sz="1600" i="1" dirty="0"/>
              <a:t>Q</a:t>
            </a:r>
            <a:r>
              <a:rPr lang="en-US" altLang="ja-JP" sz="1600" dirty="0"/>
              <a:t>).  They conflict.</a:t>
            </a:r>
            <a:br>
              <a:rPr lang="en-US" altLang="ja-JP" sz="1600" dirty="0"/>
            </a:br>
            <a:r>
              <a:rPr lang="en-US" altLang="ja-JP" sz="1600" dirty="0"/>
              <a:t>   3.   </a:t>
            </a:r>
            <a:r>
              <a:rPr lang="en-US" altLang="ja-JP" sz="1600" i="1" dirty="0"/>
              <a:t>l</a:t>
            </a:r>
            <a:r>
              <a:rPr lang="en-US" altLang="ja-JP" sz="1600" i="1" baseline="-25000" dirty="0"/>
              <a:t>i</a:t>
            </a:r>
            <a:r>
              <a:rPr lang="en-US" altLang="ja-JP" sz="1600" dirty="0"/>
              <a:t> = </a:t>
            </a:r>
            <a:r>
              <a:rPr lang="en-US" altLang="ja-JP" sz="1600" b="1" dirty="0"/>
              <a:t>write</a:t>
            </a:r>
            <a:r>
              <a:rPr lang="en-US" altLang="ja-JP" sz="1600" dirty="0"/>
              <a:t>(</a:t>
            </a:r>
            <a:r>
              <a:rPr lang="en-US" altLang="ja-JP" sz="1600" i="1" dirty="0"/>
              <a:t>Q), </a:t>
            </a:r>
            <a:r>
              <a:rPr lang="en-US" altLang="ja-JP" sz="1600" i="1" dirty="0" err="1"/>
              <a:t>l</a:t>
            </a:r>
            <a:r>
              <a:rPr lang="en-US" altLang="ja-JP" sz="1600" i="1" baseline="-25000" dirty="0" err="1"/>
              <a:t>j</a:t>
            </a:r>
            <a:r>
              <a:rPr lang="en-US" altLang="ja-JP" sz="1600" i="1" dirty="0"/>
              <a:t> = </a:t>
            </a:r>
            <a:r>
              <a:rPr lang="en-US" altLang="ja-JP" sz="1600" b="1" dirty="0"/>
              <a:t>read</a:t>
            </a:r>
            <a:r>
              <a:rPr lang="en-US" altLang="ja-JP" sz="1600" dirty="0"/>
              <a:t>(</a:t>
            </a:r>
            <a:r>
              <a:rPr lang="en-US" altLang="ja-JP" sz="1600" i="1" dirty="0"/>
              <a:t>Q</a:t>
            </a:r>
            <a:r>
              <a:rPr lang="en-US" altLang="ja-JP" sz="1600" dirty="0"/>
              <a:t>).   They conflict</a:t>
            </a:r>
            <a:br>
              <a:rPr lang="en-US" altLang="ja-JP" sz="1600" dirty="0"/>
            </a:br>
            <a:r>
              <a:rPr lang="en-US" altLang="ja-JP" sz="1600" dirty="0"/>
              <a:t>   4.   </a:t>
            </a:r>
            <a:r>
              <a:rPr lang="en-US" altLang="ja-JP" sz="1600" i="1" dirty="0"/>
              <a:t>l</a:t>
            </a:r>
            <a:r>
              <a:rPr lang="en-US" altLang="ja-JP" sz="1600" i="1" baseline="-25000" dirty="0"/>
              <a:t>i</a:t>
            </a:r>
            <a:r>
              <a:rPr lang="en-US" altLang="ja-JP" sz="1600" dirty="0"/>
              <a:t> = </a:t>
            </a:r>
            <a:r>
              <a:rPr lang="en-US" altLang="ja-JP" sz="1600" b="1" dirty="0"/>
              <a:t>write</a:t>
            </a:r>
            <a:r>
              <a:rPr lang="en-US" altLang="ja-JP" sz="1600" dirty="0"/>
              <a:t>(</a:t>
            </a:r>
            <a:r>
              <a:rPr lang="en-US" altLang="ja-JP" sz="1600" i="1" dirty="0"/>
              <a:t>Q), </a:t>
            </a:r>
            <a:r>
              <a:rPr lang="en-US" altLang="ja-JP" sz="1600" i="1" dirty="0" err="1"/>
              <a:t>l</a:t>
            </a:r>
            <a:r>
              <a:rPr lang="en-US" altLang="ja-JP" sz="1600" i="1" baseline="-25000" dirty="0" err="1"/>
              <a:t>j</a:t>
            </a:r>
            <a:r>
              <a:rPr lang="en-US" altLang="ja-JP" sz="1600" i="1" dirty="0"/>
              <a:t> = </a:t>
            </a:r>
            <a:r>
              <a:rPr lang="en-US" altLang="ja-JP" sz="1600" b="1" dirty="0"/>
              <a:t>write</a:t>
            </a:r>
            <a:r>
              <a:rPr lang="en-US" altLang="ja-JP" sz="1600" dirty="0"/>
              <a:t>(</a:t>
            </a:r>
            <a:r>
              <a:rPr lang="en-US" altLang="ja-JP" sz="1600" i="1" dirty="0"/>
              <a:t>Q</a:t>
            </a:r>
            <a:r>
              <a:rPr lang="en-US" altLang="ja-JP" sz="1600" dirty="0"/>
              <a:t>).  They conflict</a:t>
            </a:r>
            <a:endParaRPr lang="en-US" altLang="ja-JP" sz="1600" dirty="0"/>
          </a:p>
          <a:p>
            <a:r>
              <a:rPr lang="en-US" altLang="en-US" sz="1600" dirty="0"/>
              <a:t>Intuitively, a conflict between </a:t>
            </a:r>
            <a:r>
              <a:rPr lang="en-US" altLang="en-US" sz="1600" i="1" dirty="0"/>
              <a:t>l</a:t>
            </a:r>
            <a:r>
              <a:rPr lang="en-US" altLang="en-US" sz="1600" i="1" baseline="-25000" dirty="0"/>
              <a:t>i</a:t>
            </a:r>
            <a:r>
              <a:rPr lang="en-US" altLang="en-US" sz="1600" i="1" dirty="0"/>
              <a:t> </a:t>
            </a:r>
            <a:r>
              <a:rPr lang="en-US" altLang="en-US" sz="1600" dirty="0"/>
              <a:t>and </a:t>
            </a:r>
            <a:r>
              <a:rPr lang="en-US" altLang="en-US" sz="1600" i="1" dirty="0" err="1"/>
              <a:t>l</a:t>
            </a:r>
            <a:r>
              <a:rPr lang="en-US" altLang="en-US" sz="1600" i="1" baseline="-25000" dirty="0" err="1"/>
              <a:t>j</a:t>
            </a:r>
            <a:r>
              <a:rPr lang="en-US" altLang="en-US" sz="1600" dirty="0"/>
              <a:t> forces a (logical) temporal order between them.  </a:t>
            </a:r>
            <a:endParaRPr lang="en-US" altLang="en-US" sz="1600" dirty="0"/>
          </a:p>
          <a:p>
            <a:r>
              <a:rPr lang="en-US" altLang="en-US" sz="1600" dirty="0" smtClean="0"/>
              <a:t>If </a:t>
            </a:r>
            <a:r>
              <a:rPr lang="en-US" altLang="en-US" sz="1600" i="1" dirty="0"/>
              <a:t>l</a:t>
            </a:r>
            <a:r>
              <a:rPr lang="en-US" altLang="en-US" sz="1600" i="1" baseline="-25000" dirty="0"/>
              <a:t>i</a:t>
            </a:r>
            <a:r>
              <a:rPr lang="en-US" altLang="en-US" sz="1600" dirty="0"/>
              <a:t> and </a:t>
            </a:r>
            <a:r>
              <a:rPr lang="en-US" altLang="en-US" sz="1600" i="1" dirty="0" err="1"/>
              <a:t>l</a:t>
            </a:r>
            <a:r>
              <a:rPr lang="en-US" altLang="en-US" sz="1600" i="1" baseline="-25000" dirty="0" err="1"/>
              <a:t>j</a:t>
            </a:r>
            <a:r>
              <a:rPr lang="en-US" altLang="en-US" sz="1600" dirty="0"/>
              <a:t> are consecutive in a schedule and they do not conflict, their results would remain the same even if they had been interchanged in the schedule.</a:t>
            </a:r>
            <a:endParaRPr lang="en-US" altLang="en-US" sz="16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6290" name="Rectangle 2"/>
          <p:cNvSpPr>
            <a:spLocks noGrp="1" noChangeArrowheads="1"/>
          </p:cNvSpPr>
          <p:nvPr>
            <p:ph type="title"/>
          </p:nvPr>
        </p:nvSpPr>
        <p:spPr/>
        <p:txBody>
          <a:bodyPr/>
          <a:lstStyle/>
          <a:p>
            <a:pPr>
              <a:defRPr/>
            </a:pPr>
            <a:r>
              <a:rPr lang="en-US" dirty="0">
                <a:effectLst>
                  <a:outerShdw blurRad="38100" dist="38100" dir="2700000" algn="tl">
                    <a:srgbClr val="C0C0C0"/>
                  </a:outerShdw>
                </a:effectLst>
              </a:rPr>
              <a:t>Conflict Serializability</a:t>
            </a:r>
            <a:endParaRPr lang="en-US" dirty="0">
              <a:effectLst>
                <a:outerShdw blurRad="38100" dist="38100" dir="2700000" algn="tl">
                  <a:srgbClr val="C0C0C0"/>
                </a:outerShdw>
              </a:effectLst>
            </a:endParaRPr>
          </a:p>
        </p:txBody>
      </p:sp>
      <p:sp>
        <p:nvSpPr>
          <p:cNvPr id="22531" name="Rectangle 3"/>
          <p:cNvSpPr>
            <a:spLocks noGrp="1" noChangeArrowheads="1"/>
          </p:cNvSpPr>
          <p:nvPr>
            <p:ph idx="1"/>
          </p:nvPr>
        </p:nvSpPr>
        <p:spPr>
          <a:xfrm>
            <a:off x="1655686" y="826873"/>
            <a:ext cx="5812655" cy="4025979"/>
          </a:xfrm>
        </p:spPr>
        <p:txBody>
          <a:bodyPr/>
          <a:lstStyle/>
          <a:p>
            <a:pPr>
              <a:tabLst>
                <a:tab pos="2222500" algn="l"/>
                <a:tab pos="2568575" algn="l"/>
                <a:tab pos="3319145" algn="l"/>
                <a:tab pos="3594100" algn="l"/>
              </a:tabLst>
            </a:pPr>
            <a:r>
              <a:rPr lang="en-US" altLang="en-US" dirty="0"/>
              <a:t>If a schedule </a:t>
            </a:r>
            <a:r>
              <a:rPr lang="en-US" altLang="en-US" i="1" dirty="0"/>
              <a:t>S</a:t>
            </a:r>
            <a:r>
              <a:rPr lang="en-US" altLang="en-US" dirty="0"/>
              <a:t> can be transformed into a schedule </a:t>
            </a:r>
            <a:r>
              <a:rPr lang="en-US" altLang="en-US" i="1" dirty="0"/>
              <a:t>S’ </a:t>
            </a:r>
            <a:r>
              <a:rPr lang="en-US" altLang="en-US" dirty="0"/>
              <a:t>by a series of swaps of non-conflicting instructions, we say that </a:t>
            </a:r>
            <a:r>
              <a:rPr lang="en-US" altLang="en-US" i="1" dirty="0"/>
              <a:t>S</a:t>
            </a:r>
            <a:r>
              <a:rPr lang="en-US" altLang="en-US" dirty="0"/>
              <a:t> and </a:t>
            </a:r>
            <a:r>
              <a:rPr lang="en-US" altLang="en-US" i="1" dirty="0"/>
              <a:t>S’ </a:t>
            </a:r>
            <a:r>
              <a:rPr lang="en-US" altLang="en-US" dirty="0"/>
              <a:t>are </a:t>
            </a:r>
            <a:r>
              <a:rPr lang="en-US" altLang="en-US" b="1" dirty="0">
                <a:solidFill>
                  <a:srgbClr val="000099"/>
                </a:solidFill>
              </a:rPr>
              <a:t>conflict equivalent</a:t>
            </a:r>
            <a:r>
              <a:rPr lang="en-US" altLang="en-US" i="1" dirty="0"/>
              <a:t>.</a:t>
            </a:r>
            <a:endParaRPr lang="en-US" altLang="en-US" dirty="0"/>
          </a:p>
          <a:p>
            <a:pPr>
              <a:tabLst>
                <a:tab pos="2222500" algn="l"/>
                <a:tab pos="2568575" algn="l"/>
                <a:tab pos="3319145" algn="l"/>
                <a:tab pos="3594100" algn="l"/>
              </a:tabLst>
            </a:pPr>
            <a:r>
              <a:rPr lang="en-US" altLang="en-US" dirty="0"/>
              <a:t>We say that a schedule </a:t>
            </a:r>
            <a:r>
              <a:rPr lang="en-US" altLang="en-US" i="1" dirty="0"/>
              <a:t>S</a:t>
            </a:r>
            <a:r>
              <a:rPr lang="en-US" altLang="en-US" dirty="0"/>
              <a:t> is </a:t>
            </a:r>
            <a:r>
              <a:rPr lang="en-US" altLang="en-US" b="1" dirty="0">
                <a:solidFill>
                  <a:srgbClr val="000099"/>
                </a:solidFill>
              </a:rPr>
              <a:t>conflict serializable</a:t>
            </a:r>
            <a:r>
              <a:rPr lang="en-US" altLang="en-US" dirty="0"/>
              <a:t> if it is conflict equivalent to a serial schedule</a:t>
            </a:r>
            <a:endParaRPr lang="en-US" altLang="en-US"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7314" name="Rectangle 2"/>
          <p:cNvSpPr>
            <a:spLocks noGrp="1" noChangeArrowheads="1"/>
          </p:cNvSpPr>
          <p:nvPr>
            <p:ph type="title"/>
          </p:nvPr>
        </p:nvSpPr>
        <p:spPr/>
        <p:txBody>
          <a:bodyPr/>
          <a:lstStyle/>
          <a:p>
            <a:pPr>
              <a:defRPr/>
            </a:pPr>
            <a:r>
              <a:rPr lang="en-US" dirty="0">
                <a:effectLst>
                  <a:outerShdw blurRad="38100" dist="38100" dir="2700000" algn="tl">
                    <a:srgbClr val="C0C0C0"/>
                  </a:outerShdw>
                </a:effectLst>
              </a:rPr>
              <a:t>Conflict Serializability (Cont.)</a:t>
            </a:r>
            <a:endParaRPr lang="en-US" dirty="0">
              <a:effectLst>
                <a:outerShdw blurRad="38100" dist="38100" dir="2700000" algn="tl">
                  <a:srgbClr val="C0C0C0"/>
                </a:outerShdw>
              </a:effectLst>
            </a:endParaRPr>
          </a:p>
        </p:txBody>
      </p:sp>
      <p:sp>
        <p:nvSpPr>
          <p:cNvPr id="23555" name="Rectangle 3"/>
          <p:cNvSpPr>
            <a:spLocks noGrp="1" noChangeArrowheads="1"/>
          </p:cNvSpPr>
          <p:nvPr>
            <p:ph idx="1"/>
          </p:nvPr>
        </p:nvSpPr>
        <p:spPr>
          <a:xfrm>
            <a:off x="1655685" y="826873"/>
            <a:ext cx="6121477" cy="4025979"/>
          </a:xfrm>
        </p:spPr>
        <p:txBody>
          <a:bodyPr/>
          <a:lstStyle/>
          <a:p>
            <a:pPr>
              <a:tabLst>
                <a:tab pos="2063750" algn="l"/>
                <a:tab pos="2511425" algn="l"/>
                <a:tab pos="3261995" algn="l"/>
                <a:tab pos="3881120" algn="l"/>
              </a:tabLst>
            </a:pPr>
            <a:r>
              <a:rPr lang="en-US" altLang="en-US" sz="1800" dirty="0"/>
              <a:t>Schedule 3 can be transformed into Schedule 6, a serial schedule where </a:t>
            </a:r>
            <a:r>
              <a:rPr lang="en-US" altLang="en-US" sz="1800" i="1" dirty="0"/>
              <a:t>T</a:t>
            </a:r>
            <a:r>
              <a:rPr lang="en-US" altLang="en-US" sz="1800" baseline="-25000" dirty="0"/>
              <a:t>2</a:t>
            </a:r>
            <a:r>
              <a:rPr lang="en-US" altLang="en-US" sz="1800" dirty="0"/>
              <a:t> follows </a:t>
            </a:r>
            <a:r>
              <a:rPr lang="en-US" altLang="en-US" sz="1800" i="1" dirty="0"/>
              <a:t>T</a:t>
            </a:r>
            <a:r>
              <a:rPr lang="en-US" altLang="en-US" sz="1800" baseline="-25000" dirty="0"/>
              <a:t>1</a:t>
            </a:r>
            <a:r>
              <a:rPr lang="en-US" altLang="en-US" sz="1800" dirty="0"/>
              <a:t>, by series of swaps of non-conflicting instructions.  Therefore Schedule 3 is conflict serializable.</a:t>
            </a:r>
            <a:endParaRPr lang="en-US" altLang="en-US" sz="1800" dirty="0"/>
          </a:p>
        </p:txBody>
      </p:sp>
      <p:sp>
        <p:nvSpPr>
          <p:cNvPr id="23556" name="Text Box 11"/>
          <p:cNvSpPr txBox="1">
            <a:spLocks noChangeArrowheads="1"/>
          </p:cNvSpPr>
          <p:nvPr>
            <p:custDataLst>
              <p:tags r:id="rId1"/>
            </p:custDataLst>
          </p:nvPr>
        </p:nvSpPr>
        <p:spPr bwMode="auto">
          <a:xfrm>
            <a:off x="2758599" y="4181070"/>
            <a:ext cx="995045" cy="2882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600">
                <a:solidFill>
                  <a:schemeClr val="tx1"/>
                </a:solidFill>
                <a:latin typeface="Helvetica" panose="020B0604020202020204" pitchFamily="34" charset="0"/>
                <a:ea typeface="MS PGothic" panose="020B0600070205080204" pitchFamily="34" charset="-128"/>
              </a:defRPr>
            </a:lvl1pPr>
            <a:lvl2pPr marL="742950" indent="-285750">
              <a:defRPr sz="1600">
                <a:solidFill>
                  <a:schemeClr val="tx1"/>
                </a:solidFill>
                <a:latin typeface="Helvetica" panose="020B0604020202020204" pitchFamily="34" charset="0"/>
                <a:ea typeface="MS PGothic" panose="020B0600070205080204" pitchFamily="34" charset="-128"/>
              </a:defRPr>
            </a:lvl2pPr>
            <a:lvl3pPr marL="1143000" indent="-228600">
              <a:defRPr sz="1600">
                <a:solidFill>
                  <a:schemeClr val="tx1"/>
                </a:solidFill>
                <a:latin typeface="Helvetica" panose="020B0604020202020204" pitchFamily="34" charset="0"/>
                <a:ea typeface="MS PGothic" panose="020B0600070205080204" pitchFamily="34" charset="-128"/>
              </a:defRPr>
            </a:lvl3pPr>
            <a:lvl4pPr marL="1600200" indent="-228600">
              <a:defRPr sz="1600">
                <a:solidFill>
                  <a:schemeClr val="tx1"/>
                </a:solidFill>
                <a:latin typeface="Helvetica" panose="020B0604020202020204" pitchFamily="34" charset="0"/>
                <a:ea typeface="MS PGothic" panose="020B0600070205080204" pitchFamily="34" charset="-128"/>
              </a:defRPr>
            </a:lvl4pPr>
            <a:lvl5pPr marL="2057400" indent="-228600">
              <a:defRPr sz="1600">
                <a:solidFill>
                  <a:schemeClr val="tx1"/>
                </a:solidFill>
                <a:latin typeface="Helvetica"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pPr algn="r"/>
            <a:r>
              <a:rPr lang="en-US" altLang="en-US" sz="1275" dirty="0"/>
              <a:t>Schedule 3</a:t>
            </a:r>
            <a:endParaRPr lang="en-US" altLang="en-US" sz="1275" dirty="0"/>
          </a:p>
        </p:txBody>
      </p:sp>
      <p:sp>
        <p:nvSpPr>
          <p:cNvPr id="23557" name="Text Box 12"/>
          <p:cNvSpPr txBox="1">
            <a:spLocks noChangeArrowheads="1"/>
          </p:cNvSpPr>
          <p:nvPr>
            <p:custDataLst>
              <p:tags r:id="rId2"/>
            </p:custDataLst>
          </p:nvPr>
        </p:nvSpPr>
        <p:spPr bwMode="auto">
          <a:xfrm>
            <a:off x="5680393" y="4183454"/>
            <a:ext cx="995045" cy="2882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600">
                <a:solidFill>
                  <a:schemeClr val="tx1"/>
                </a:solidFill>
                <a:latin typeface="Helvetica" panose="020B0604020202020204" pitchFamily="34" charset="0"/>
                <a:ea typeface="MS PGothic" panose="020B0600070205080204" pitchFamily="34" charset="-128"/>
              </a:defRPr>
            </a:lvl1pPr>
            <a:lvl2pPr marL="742950" indent="-285750">
              <a:defRPr sz="1600">
                <a:solidFill>
                  <a:schemeClr val="tx1"/>
                </a:solidFill>
                <a:latin typeface="Helvetica" panose="020B0604020202020204" pitchFamily="34" charset="0"/>
                <a:ea typeface="MS PGothic" panose="020B0600070205080204" pitchFamily="34" charset="-128"/>
              </a:defRPr>
            </a:lvl2pPr>
            <a:lvl3pPr marL="1143000" indent="-228600">
              <a:defRPr sz="1600">
                <a:solidFill>
                  <a:schemeClr val="tx1"/>
                </a:solidFill>
                <a:latin typeface="Helvetica" panose="020B0604020202020204" pitchFamily="34" charset="0"/>
                <a:ea typeface="MS PGothic" panose="020B0600070205080204" pitchFamily="34" charset="-128"/>
              </a:defRPr>
            </a:lvl3pPr>
            <a:lvl4pPr marL="1600200" indent="-228600">
              <a:defRPr sz="1600">
                <a:solidFill>
                  <a:schemeClr val="tx1"/>
                </a:solidFill>
                <a:latin typeface="Helvetica" panose="020B0604020202020204" pitchFamily="34" charset="0"/>
                <a:ea typeface="MS PGothic" panose="020B0600070205080204" pitchFamily="34" charset="-128"/>
              </a:defRPr>
            </a:lvl4pPr>
            <a:lvl5pPr marL="2057400" indent="-228600">
              <a:defRPr sz="1600">
                <a:solidFill>
                  <a:schemeClr val="tx1"/>
                </a:solidFill>
                <a:latin typeface="Helvetica"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pPr algn="r"/>
            <a:r>
              <a:rPr lang="en-US" altLang="en-US" sz="1275" dirty="0"/>
              <a:t>Schedule 6</a:t>
            </a:r>
            <a:endParaRPr lang="en-US" altLang="en-US" sz="1275" dirty="0"/>
          </a:p>
        </p:txBody>
      </p:sp>
      <p:pic>
        <p:nvPicPr>
          <p:cNvPr id="23558" name="Picture 17"/>
          <p:cNvPicPr>
            <a:picLocks noChangeAspect="1" noChangeArrowheads="1"/>
          </p:cNvPicPr>
          <p:nvPr>
            <p:custDataLst>
              <p:tags r:id="rId3"/>
            </p:custDataLst>
          </p:nvPr>
        </p:nvPicPr>
        <p:blipFill>
          <a:blip r:embed="rId4">
            <a:extLst>
              <a:ext uri="{28A0092B-C50C-407E-A947-70E740481C1C}">
                <a14:useLocalDpi xmlns:a14="http://schemas.microsoft.com/office/drawing/2010/main" val="0"/>
              </a:ext>
            </a:extLst>
          </a:blip>
          <a:srcRect/>
          <a:stretch>
            <a:fillRect/>
          </a:stretch>
        </p:blipFill>
        <p:spPr bwMode="auto">
          <a:xfrm>
            <a:off x="2241550" y="2152247"/>
            <a:ext cx="2280047" cy="18466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3559" name="Picture 18"/>
          <p:cNvPicPr>
            <a:picLocks noChangeAspect="1" noChangeArrowheads="1"/>
          </p:cNvPicPr>
          <p:nvPr>
            <p:custDataLst>
              <p:tags r:id="rId5"/>
            </p:custDataLst>
          </p:nvPr>
        </p:nvPicPr>
        <p:blipFill>
          <a:blip r:embed="rId6">
            <a:extLst>
              <a:ext uri="{28A0092B-C50C-407E-A947-70E740481C1C}">
                <a14:useLocalDpi xmlns:a14="http://schemas.microsoft.com/office/drawing/2010/main" val="0"/>
              </a:ext>
            </a:extLst>
          </a:blip>
          <a:srcRect/>
          <a:stretch>
            <a:fillRect/>
          </a:stretch>
        </p:blipFill>
        <p:spPr bwMode="auto">
          <a:xfrm>
            <a:off x="5003800" y="2139154"/>
            <a:ext cx="2333625" cy="17133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7730" name="Rectangle 2"/>
          <p:cNvSpPr>
            <a:spLocks noGrp="1" noChangeArrowheads="1"/>
          </p:cNvSpPr>
          <p:nvPr>
            <p:ph type="title"/>
          </p:nvPr>
        </p:nvSpPr>
        <p:spPr/>
        <p:txBody>
          <a:bodyPr/>
          <a:lstStyle/>
          <a:p>
            <a:pPr>
              <a:defRPr/>
            </a:pPr>
            <a:r>
              <a:rPr lang="en-US" dirty="0">
                <a:effectLst>
                  <a:outerShdw blurRad="38100" dist="38100" dir="2700000" algn="tl">
                    <a:srgbClr val="C0C0C0"/>
                  </a:outerShdw>
                </a:effectLst>
              </a:rPr>
              <a:t>Conflict Serializability (Cont.)</a:t>
            </a:r>
            <a:endParaRPr lang="en-US" dirty="0">
              <a:effectLst>
                <a:outerShdw blurRad="38100" dist="38100" dir="2700000" algn="tl">
                  <a:srgbClr val="C0C0C0"/>
                </a:outerShdw>
              </a:effectLst>
            </a:endParaRPr>
          </a:p>
        </p:txBody>
      </p:sp>
      <p:sp>
        <p:nvSpPr>
          <p:cNvPr id="24579" name="Rectangle 3"/>
          <p:cNvSpPr>
            <a:spLocks noGrp="1" noChangeArrowheads="1"/>
          </p:cNvSpPr>
          <p:nvPr>
            <p:ph idx="1"/>
          </p:nvPr>
        </p:nvSpPr>
        <p:spPr>
          <a:xfrm>
            <a:off x="1669002" y="826873"/>
            <a:ext cx="5766047" cy="4025979"/>
          </a:xfrm>
        </p:spPr>
        <p:txBody>
          <a:bodyPr/>
          <a:lstStyle/>
          <a:p>
            <a:pPr>
              <a:tabLst>
                <a:tab pos="2222500" algn="l"/>
                <a:tab pos="2568575" algn="l"/>
                <a:tab pos="3319145" algn="l"/>
                <a:tab pos="3594100" algn="l"/>
              </a:tabLst>
            </a:pPr>
            <a:r>
              <a:rPr lang="en-US" altLang="en-US" dirty="0"/>
              <a:t>Example of a schedule that is not conflict serializable:</a:t>
            </a:r>
            <a:br>
              <a:rPr lang="en-US" altLang="en-US" dirty="0"/>
            </a:br>
            <a:br>
              <a:rPr lang="en-US" altLang="en-US" dirty="0"/>
            </a:br>
            <a:br>
              <a:rPr lang="en-US" altLang="en-US" dirty="0"/>
            </a:br>
            <a:br>
              <a:rPr lang="en-US" altLang="en-US" dirty="0"/>
            </a:br>
            <a:br>
              <a:rPr lang="en-US" altLang="en-US" dirty="0"/>
            </a:br>
            <a:endParaRPr lang="en-US" altLang="en-US" dirty="0"/>
          </a:p>
          <a:p>
            <a:pPr>
              <a:tabLst>
                <a:tab pos="2222500" algn="l"/>
                <a:tab pos="2568575" algn="l"/>
                <a:tab pos="3319145" algn="l"/>
                <a:tab pos="3594100" algn="l"/>
              </a:tabLst>
            </a:pPr>
            <a:r>
              <a:rPr lang="en-US" altLang="en-US" dirty="0"/>
              <a:t>We are unable to swap instructions in the above schedule to obtain either the serial schedule &lt; </a:t>
            </a:r>
            <a:r>
              <a:rPr lang="en-US" altLang="en-US" i="1" dirty="0"/>
              <a:t>T</a:t>
            </a:r>
            <a:r>
              <a:rPr lang="en-US" altLang="en-US" baseline="-25000" dirty="0"/>
              <a:t>3</a:t>
            </a:r>
            <a:r>
              <a:rPr lang="en-US" altLang="en-US" dirty="0"/>
              <a:t>, </a:t>
            </a:r>
            <a:r>
              <a:rPr lang="en-US" altLang="en-US" i="1" dirty="0"/>
              <a:t>T</a:t>
            </a:r>
            <a:r>
              <a:rPr lang="en-US" altLang="en-US" baseline="-25000" dirty="0"/>
              <a:t>4</a:t>
            </a:r>
            <a:r>
              <a:rPr lang="en-US" altLang="en-US" dirty="0"/>
              <a:t> &gt;, or the serial schedule &lt; </a:t>
            </a:r>
            <a:r>
              <a:rPr lang="en-US" altLang="en-US" i="1" dirty="0"/>
              <a:t>T</a:t>
            </a:r>
            <a:r>
              <a:rPr lang="en-US" altLang="en-US" baseline="-25000" dirty="0"/>
              <a:t>4</a:t>
            </a:r>
            <a:r>
              <a:rPr lang="en-US" altLang="en-US" dirty="0"/>
              <a:t>, </a:t>
            </a:r>
            <a:r>
              <a:rPr lang="en-US" altLang="en-US" i="1" dirty="0"/>
              <a:t>T</a:t>
            </a:r>
            <a:r>
              <a:rPr lang="en-US" altLang="en-US" baseline="-25000" dirty="0"/>
              <a:t>3</a:t>
            </a:r>
            <a:r>
              <a:rPr lang="en-US" altLang="en-US" dirty="0"/>
              <a:t> &gt;.</a:t>
            </a:r>
            <a:endParaRPr lang="en-US" altLang="en-US" dirty="0"/>
          </a:p>
        </p:txBody>
      </p:sp>
      <p:pic>
        <p:nvPicPr>
          <p:cNvPr id="24580" name="Picture 8"/>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3468285" y="1707751"/>
            <a:ext cx="2130028" cy="7965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8754" name="Rectangle 2"/>
          <p:cNvSpPr>
            <a:spLocks noGrp="1" noChangeArrowheads="1"/>
          </p:cNvSpPr>
          <p:nvPr>
            <p:ph type="title"/>
          </p:nvPr>
        </p:nvSpPr>
        <p:spPr/>
        <p:txBody>
          <a:bodyPr/>
          <a:lstStyle/>
          <a:p>
            <a:pPr>
              <a:defRPr/>
            </a:pPr>
            <a:r>
              <a:rPr lang="en-US" dirty="0" smtClean="0">
                <a:effectLst>
                  <a:outerShdw blurRad="38100" dist="38100" dir="2700000" algn="tl">
                    <a:srgbClr val="C0C0C0"/>
                  </a:outerShdw>
                </a:effectLst>
              </a:rPr>
              <a:t>Testing for Serializability </a:t>
            </a:r>
            <a:endParaRPr lang="en-US" dirty="0">
              <a:effectLst>
                <a:outerShdw blurRad="38100" dist="38100" dir="2700000" algn="tl">
                  <a:srgbClr val="C0C0C0"/>
                </a:outerShdw>
              </a:effectLst>
            </a:endParaRPr>
          </a:p>
        </p:txBody>
      </p:sp>
      <p:sp>
        <p:nvSpPr>
          <p:cNvPr id="28675" name="Rectangle 3"/>
          <p:cNvSpPr>
            <a:spLocks noGrp="1" noChangeArrowheads="1"/>
          </p:cNvSpPr>
          <p:nvPr>
            <p:ph idx="1"/>
          </p:nvPr>
        </p:nvSpPr>
        <p:spPr>
          <a:xfrm>
            <a:off x="1662344" y="826873"/>
            <a:ext cx="5642141" cy="4025979"/>
          </a:xfrm>
        </p:spPr>
        <p:txBody>
          <a:bodyPr/>
          <a:lstStyle/>
          <a:p>
            <a:r>
              <a:rPr lang="en-US" altLang="en-US" sz="1200" dirty="0"/>
              <a:t>Consider some schedule of a set of transactions </a:t>
            </a:r>
            <a:r>
              <a:rPr lang="en-US" altLang="en-US" sz="1200" i="1" dirty="0"/>
              <a:t>T</a:t>
            </a:r>
            <a:r>
              <a:rPr lang="en-US" altLang="en-US" sz="1200" baseline="-25000" dirty="0"/>
              <a:t>1</a:t>
            </a:r>
            <a:r>
              <a:rPr lang="en-US" altLang="en-US" sz="1200" dirty="0"/>
              <a:t>, </a:t>
            </a:r>
            <a:r>
              <a:rPr lang="en-US" altLang="en-US" sz="1200" i="1" dirty="0"/>
              <a:t>T</a:t>
            </a:r>
            <a:r>
              <a:rPr lang="en-US" altLang="en-US" sz="1200" baseline="-25000" dirty="0"/>
              <a:t>2</a:t>
            </a:r>
            <a:r>
              <a:rPr lang="en-US" altLang="en-US" sz="1200" dirty="0"/>
              <a:t>, ..., </a:t>
            </a:r>
            <a:r>
              <a:rPr lang="en-US" altLang="en-US" sz="1200" i="1" dirty="0"/>
              <a:t>T</a:t>
            </a:r>
            <a:r>
              <a:rPr lang="en-US" altLang="en-US" sz="1200" i="1" baseline="-25000" dirty="0"/>
              <a:t>n</a:t>
            </a:r>
            <a:endParaRPr lang="en-US" altLang="en-US" sz="1200" dirty="0"/>
          </a:p>
          <a:p>
            <a:r>
              <a:rPr lang="en-US" altLang="en-US" sz="1200" b="1" dirty="0">
                <a:solidFill>
                  <a:srgbClr val="000099"/>
                </a:solidFill>
              </a:rPr>
              <a:t>Precedence graph</a:t>
            </a:r>
            <a:r>
              <a:rPr lang="en-US" altLang="en-US" sz="1200" i="1" dirty="0"/>
              <a:t> </a:t>
            </a:r>
            <a:r>
              <a:rPr lang="en-US" altLang="en-US" sz="1200" dirty="0"/>
              <a:t>— a direct graph where the vertices are the transactions (names).</a:t>
            </a:r>
            <a:endParaRPr lang="en-US" altLang="en-US" sz="1200" dirty="0"/>
          </a:p>
          <a:p>
            <a:r>
              <a:rPr lang="en-US" altLang="en-US" sz="1200" dirty="0"/>
              <a:t>We draw an arc from </a:t>
            </a:r>
            <a:r>
              <a:rPr lang="en-US" altLang="en-US" sz="1200" i="1" dirty="0"/>
              <a:t>T</a:t>
            </a:r>
            <a:r>
              <a:rPr lang="en-US" altLang="en-US" sz="1200" i="1" baseline="-25000" dirty="0"/>
              <a:t>i</a:t>
            </a:r>
            <a:r>
              <a:rPr lang="en-US" altLang="en-US" sz="1200" i="1" dirty="0"/>
              <a:t> </a:t>
            </a:r>
            <a:r>
              <a:rPr lang="en-US" altLang="en-US" sz="1200" dirty="0"/>
              <a:t>to </a:t>
            </a:r>
            <a:r>
              <a:rPr lang="en-US" altLang="en-US" sz="1200" i="1" dirty="0"/>
              <a:t>T</a:t>
            </a:r>
            <a:r>
              <a:rPr lang="en-US" altLang="en-US" sz="1200" i="1" baseline="-25000" dirty="0"/>
              <a:t>j</a:t>
            </a:r>
            <a:r>
              <a:rPr lang="en-US" altLang="en-US" sz="1200" i="1" dirty="0"/>
              <a:t> </a:t>
            </a:r>
            <a:r>
              <a:rPr lang="en-US" altLang="en-US" sz="1200" dirty="0"/>
              <a:t>if the two transaction conflict, and </a:t>
            </a:r>
            <a:r>
              <a:rPr lang="en-US" altLang="en-US" sz="1200" i="1" dirty="0"/>
              <a:t>T</a:t>
            </a:r>
            <a:r>
              <a:rPr lang="en-US" altLang="en-US" sz="1200" i="1" baseline="-25000" dirty="0"/>
              <a:t>i</a:t>
            </a:r>
            <a:r>
              <a:rPr lang="en-US" altLang="en-US" sz="1200" i="1" dirty="0"/>
              <a:t> </a:t>
            </a:r>
            <a:r>
              <a:rPr lang="en-US" altLang="en-US" sz="1200" dirty="0"/>
              <a:t>accessed the data item on which the conflict arose earlier.</a:t>
            </a:r>
            <a:endParaRPr lang="en-US" altLang="en-US" sz="1200" dirty="0"/>
          </a:p>
          <a:p>
            <a:r>
              <a:rPr lang="en-US" altLang="en-US" sz="1200" dirty="0"/>
              <a:t>We may label the arc by the item that was accessed.</a:t>
            </a:r>
            <a:endParaRPr lang="en-US" altLang="en-US" sz="1200" dirty="0"/>
          </a:p>
          <a:p>
            <a:r>
              <a:rPr lang="en-US" altLang="en-US" sz="1200" dirty="0"/>
              <a:t>Example</a:t>
            </a:r>
            <a:r>
              <a:rPr lang="en-US" altLang="en-US" sz="1200" b="1" dirty="0"/>
              <a:t> </a:t>
            </a:r>
            <a:r>
              <a:rPr lang="en-US" altLang="en-US" sz="1200" dirty="0" smtClean="0"/>
              <a:t>of a precedence graph</a:t>
            </a:r>
            <a:endParaRPr lang="en-US" altLang="en-US" sz="1200" dirty="0" smtClean="0"/>
          </a:p>
        </p:txBody>
      </p:sp>
      <p:pic>
        <p:nvPicPr>
          <p:cNvPr id="28676" name="Picture 11"/>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3667834" y="3291605"/>
            <a:ext cx="1631087" cy="1023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1826" name="Rectangle 2"/>
          <p:cNvSpPr>
            <a:spLocks noGrp="1" noChangeArrowheads="1"/>
          </p:cNvSpPr>
          <p:nvPr>
            <p:ph type="title"/>
          </p:nvPr>
        </p:nvSpPr>
        <p:spPr/>
        <p:txBody>
          <a:bodyPr/>
          <a:lstStyle/>
          <a:p>
            <a:pPr>
              <a:defRPr/>
            </a:pPr>
            <a:r>
              <a:rPr lang="en-US" dirty="0">
                <a:effectLst>
                  <a:outerShdw blurRad="38100" dist="38100" dir="2700000" algn="tl">
                    <a:srgbClr val="C0C0C0"/>
                  </a:outerShdw>
                </a:effectLst>
              </a:rPr>
              <a:t>Test for Conflict Serializability</a:t>
            </a:r>
            <a:endParaRPr lang="en-US" dirty="0">
              <a:effectLst>
                <a:outerShdw blurRad="38100" dist="38100" dir="2700000" algn="tl">
                  <a:srgbClr val="C0C0C0"/>
                </a:outerShdw>
              </a:effectLst>
            </a:endParaRPr>
          </a:p>
        </p:txBody>
      </p:sp>
      <p:sp>
        <p:nvSpPr>
          <p:cNvPr id="29699" name="Rectangle 3"/>
          <p:cNvSpPr>
            <a:spLocks noGrp="1" noChangeArrowheads="1"/>
          </p:cNvSpPr>
          <p:nvPr>
            <p:ph idx="1"/>
          </p:nvPr>
        </p:nvSpPr>
        <p:spPr>
          <a:xfrm>
            <a:off x="1642369" y="826873"/>
            <a:ext cx="3689975" cy="4025979"/>
          </a:xfrm>
        </p:spPr>
        <p:txBody>
          <a:bodyPr/>
          <a:lstStyle/>
          <a:p>
            <a:r>
              <a:rPr lang="en-US" altLang="en-US" sz="1200" dirty="0"/>
              <a:t>A schedule is conflict serializable if and only if its precedence graph is acyclic.</a:t>
            </a:r>
            <a:endParaRPr lang="en-US" altLang="en-US" sz="1200" dirty="0"/>
          </a:p>
          <a:p>
            <a:r>
              <a:rPr lang="en-US" altLang="en-US" sz="1200" dirty="0"/>
              <a:t>Cycle-detection algorithms exist which take order </a:t>
            </a:r>
            <a:r>
              <a:rPr lang="en-US" altLang="en-US" sz="1200" i="1" dirty="0"/>
              <a:t>n</a:t>
            </a:r>
            <a:r>
              <a:rPr lang="en-US" altLang="en-US" sz="1200" baseline="30000" dirty="0"/>
              <a:t>2</a:t>
            </a:r>
            <a:r>
              <a:rPr lang="en-US" altLang="en-US" sz="1200" dirty="0"/>
              <a:t> time, where </a:t>
            </a:r>
            <a:r>
              <a:rPr lang="en-US" altLang="en-US" sz="1200" i="1" dirty="0"/>
              <a:t>n </a:t>
            </a:r>
            <a:r>
              <a:rPr lang="en-US" altLang="en-US" sz="1200" dirty="0"/>
              <a:t>is the number of vertices in the graph.  </a:t>
            </a:r>
            <a:endParaRPr lang="en-US" altLang="en-US" sz="1200" dirty="0"/>
          </a:p>
          <a:p>
            <a:pPr lvl="1"/>
            <a:r>
              <a:rPr lang="en-US" altLang="en-US" sz="1200" dirty="0"/>
              <a:t>(Better algorithms take order </a:t>
            </a:r>
            <a:r>
              <a:rPr lang="en-US" altLang="en-US" sz="1200" i="1" dirty="0"/>
              <a:t>n</a:t>
            </a:r>
            <a:r>
              <a:rPr lang="en-US" altLang="en-US" sz="1200" dirty="0"/>
              <a:t> + </a:t>
            </a:r>
            <a:r>
              <a:rPr lang="en-US" altLang="en-US" sz="1200" i="1" dirty="0"/>
              <a:t>e</a:t>
            </a:r>
            <a:r>
              <a:rPr lang="en-US" altLang="en-US" sz="1200" dirty="0"/>
              <a:t> where </a:t>
            </a:r>
            <a:r>
              <a:rPr lang="en-US" altLang="en-US" sz="1200" i="1" dirty="0"/>
              <a:t>e</a:t>
            </a:r>
            <a:r>
              <a:rPr lang="en-US" altLang="en-US" sz="1200" dirty="0"/>
              <a:t> is the number of edges.)</a:t>
            </a:r>
            <a:endParaRPr lang="en-US" altLang="en-US" sz="1200" dirty="0"/>
          </a:p>
          <a:p>
            <a:r>
              <a:rPr lang="en-US" altLang="en-US" sz="1200" dirty="0"/>
              <a:t>If precedence graph is acyclic, the serializability order can be obtained by a </a:t>
            </a:r>
            <a:r>
              <a:rPr lang="en-US" altLang="en-US" sz="1200" i="1" dirty="0">
                <a:solidFill>
                  <a:srgbClr val="000099"/>
                </a:solidFill>
              </a:rPr>
              <a:t>topological sorting</a:t>
            </a:r>
            <a:r>
              <a:rPr lang="en-US" altLang="en-US" sz="1200" dirty="0"/>
              <a:t> of the graph. </a:t>
            </a:r>
            <a:endParaRPr lang="en-US" altLang="en-US" sz="1200" dirty="0"/>
          </a:p>
          <a:p>
            <a:pPr lvl="1"/>
            <a:r>
              <a:rPr lang="en-US" altLang="en-US" sz="1200" dirty="0"/>
              <a:t> This is a linear order consistent with the partial order of the graph.</a:t>
            </a:r>
            <a:endParaRPr lang="en-US" altLang="en-US" sz="1200" dirty="0"/>
          </a:p>
          <a:p>
            <a:pPr lvl="1"/>
            <a:r>
              <a:rPr lang="en-US" altLang="en-US" sz="1200" dirty="0"/>
              <a:t>For example, a serializability order for Schedule A would be</a:t>
            </a:r>
            <a:br>
              <a:rPr lang="en-US" altLang="en-US" sz="1200" dirty="0"/>
            </a:br>
            <a:r>
              <a:rPr lang="en-US" altLang="en-US" sz="1200" i="1" dirty="0"/>
              <a:t>T</a:t>
            </a:r>
            <a:r>
              <a:rPr lang="en-US" altLang="en-US" sz="1200" baseline="-25000" dirty="0"/>
              <a:t>5</a:t>
            </a:r>
            <a:r>
              <a:rPr lang="en-US" altLang="en-US" sz="1200" dirty="0"/>
              <a:t> </a:t>
            </a:r>
            <a:r>
              <a:rPr lang="en-US" altLang="en-US" sz="1200" dirty="0">
                <a:sym typeface="Symbol" panose="05050102010706020507" pitchFamily="18" charset="2"/>
              </a:rPr>
              <a:t></a:t>
            </a:r>
            <a:r>
              <a:rPr lang="en-US" altLang="en-US" sz="1200" dirty="0">
                <a:sym typeface="Monotype Sorts" pitchFamily="-65" charset="2"/>
              </a:rPr>
              <a:t> </a:t>
            </a:r>
            <a:r>
              <a:rPr lang="en-US" altLang="en-US" sz="1200" i="1" dirty="0"/>
              <a:t>T</a:t>
            </a:r>
            <a:r>
              <a:rPr lang="en-US" altLang="en-US" sz="1200" baseline="-25000" dirty="0"/>
              <a:t>1</a:t>
            </a:r>
            <a:r>
              <a:rPr lang="en-US" altLang="en-US" sz="1200" dirty="0"/>
              <a:t> </a:t>
            </a:r>
            <a:r>
              <a:rPr lang="en-US" altLang="en-US" sz="1200" dirty="0">
                <a:sym typeface="Symbol" panose="05050102010706020507" pitchFamily="18" charset="2"/>
              </a:rPr>
              <a:t></a:t>
            </a:r>
            <a:r>
              <a:rPr lang="en-US" altLang="en-US" sz="1200" dirty="0">
                <a:sym typeface="Monotype Sorts" pitchFamily="-65" charset="2"/>
              </a:rPr>
              <a:t> </a:t>
            </a:r>
            <a:r>
              <a:rPr lang="en-US" altLang="en-US" sz="1200" i="1" dirty="0"/>
              <a:t>T</a:t>
            </a:r>
            <a:r>
              <a:rPr lang="en-US" altLang="en-US" sz="1200" baseline="-25000" dirty="0"/>
              <a:t>3</a:t>
            </a:r>
            <a:r>
              <a:rPr lang="en-US" altLang="en-US" sz="1200" dirty="0"/>
              <a:t> </a:t>
            </a:r>
            <a:r>
              <a:rPr lang="en-US" altLang="en-US" sz="1200" dirty="0">
                <a:sym typeface="Symbol" panose="05050102010706020507" pitchFamily="18" charset="2"/>
              </a:rPr>
              <a:t></a:t>
            </a:r>
            <a:r>
              <a:rPr lang="en-US" altLang="en-US" sz="1200" dirty="0">
                <a:sym typeface="Monotype Sorts" pitchFamily="-65" charset="2"/>
              </a:rPr>
              <a:t> </a:t>
            </a:r>
            <a:r>
              <a:rPr lang="en-US" altLang="en-US" sz="1200" i="1" dirty="0"/>
              <a:t>T</a:t>
            </a:r>
            <a:r>
              <a:rPr lang="en-US" altLang="en-US" sz="1200" baseline="-25000" dirty="0"/>
              <a:t>2</a:t>
            </a:r>
            <a:r>
              <a:rPr lang="en-US" altLang="en-US" sz="1200" dirty="0"/>
              <a:t> </a:t>
            </a:r>
            <a:r>
              <a:rPr lang="en-US" altLang="en-US" sz="1200" dirty="0">
                <a:sym typeface="Symbol" panose="05050102010706020507" pitchFamily="18" charset="2"/>
              </a:rPr>
              <a:t></a:t>
            </a:r>
            <a:r>
              <a:rPr lang="en-US" altLang="en-US" sz="1200" dirty="0">
                <a:sym typeface="Monotype Sorts" pitchFamily="-65" charset="2"/>
              </a:rPr>
              <a:t> </a:t>
            </a:r>
            <a:r>
              <a:rPr lang="en-US" altLang="en-US" sz="1200" i="1" dirty="0"/>
              <a:t>T</a:t>
            </a:r>
            <a:r>
              <a:rPr lang="en-US" altLang="en-US" sz="1200" baseline="-25000" dirty="0"/>
              <a:t>4</a:t>
            </a:r>
            <a:endParaRPr lang="en-US" altLang="en-US" sz="1200" dirty="0"/>
          </a:p>
          <a:p>
            <a:pPr lvl="2"/>
            <a:r>
              <a:rPr lang="en-US" altLang="en-US" sz="1200" dirty="0">
                <a:sym typeface="Monotype Sorts" pitchFamily="-65" charset="2"/>
              </a:rPr>
              <a:t>Are there others?</a:t>
            </a:r>
            <a:endParaRPr lang="en-US" altLang="en-US" sz="1200" dirty="0">
              <a:sym typeface="Monotype Sorts" pitchFamily="-65" charset="2"/>
            </a:endParaRPr>
          </a:p>
        </p:txBody>
      </p:sp>
      <p:pic>
        <p:nvPicPr>
          <p:cNvPr id="29700" name="Picture 7"/>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5485210" y="791766"/>
            <a:ext cx="2215753" cy="4005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1410" name="Rectangle 2"/>
          <p:cNvSpPr>
            <a:spLocks noGrp="1" noChangeArrowheads="1"/>
          </p:cNvSpPr>
          <p:nvPr>
            <p:ph type="title"/>
          </p:nvPr>
        </p:nvSpPr>
        <p:spPr/>
        <p:txBody>
          <a:bodyPr/>
          <a:lstStyle/>
          <a:p>
            <a:pPr>
              <a:defRPr/>
            </a:pPr>
            <a:r>
              <a:rPr lang="en-US">
                <a:effectLst>
                  <a:outerShdw blurRad="38100" dist="38100" dir="2700000" algn="tl">
                    <a:srgbClr val="C0C0C0"/>
                  </a:outerShdw>
                </a:effectLst>
              </a:rPr>
              <a:t>Recoverable Schedules</a:t>
            </a:r>
            <a:endParaRPr lang="en-US">
              <a:effectLst>
                <a:outerShdw blurRad="38100" dist="38100" dir="2700000" algn="tl">
                  <a:srgbClr val="C0C0C0"/>
                </a:outerShdw>
              </a:effectLst>
            </a:endParaRPr>
          </a:p>
        </p:txBody>
      </p:sp>
      <p:sp>
        <p:nvSpPr>
          <p:cNvPr id="31747" name="Rectangle 3"/>
          <p:cNvSpPr>
            <a:spLocks noGrp="1" noChangeArrowheads="1"/>
          </p:cNvSpPr>
          <p:nvPr>
            <p:ph idx="1"/>
          </p:nvPr>
        </p:nvSpPr>
        <p:spPr>
          <a:xfrm>
            <a:off x="1669002" y="1265176"/>
            <a:ext cx="5832629" cy="3587676"/>
          </a:xfrm>
        </p:spPr>
        <p:txBody>
          <a:bodyPr/>
          <a:lstStyle/>
          <a:p>
            <a:pPr>
              <a:tabLst>
                <a:tab pos="2395220" algn="l"/>
                <a:tab pos="2857500" algn="l"/>
                <a:tab pos="3549650" algn="l"/>
                <a:tab pos="3997325" algn="l"/>
              </a:tabLst>
            </a:pPr>
            <a:r>
              <a:rPr lang="en-US" altLang="en-US" sz="1200" b="1" dirty="0">
                <a:solidFill>
                  <a:srgbClr val="000099"/>
                </a:solidFill>
              </a:rPr>
              <a:t>Recoverable</a:t>
            </a:r>
            <a:r>
              <a:rPr lang="en-US" altLang="en-US" sz="1200" b="1" i="1" dirty="0">
                <a:solidFill>
                  <a:srgbClr val="000099"/>
                </a:solidFill>
              </a:rPr>
              <a:t> </a:t>
            </a:r>
            <a:r>
              <a:rPr lang="en-US" altLang="en-US" sz="1200" b="1" dirty="0">
                <a:solidFill>
                  <a:srgbClr val="000099"/>
                </a:solidFill>
              </a:rPr>
              <a:t>schedule</a:t>
            </a:r>
            <a:r>
              <a:rPr lang="en-US" altLang="en-US" sz="1200" dirty="0"/>
              <a:t> — if a transaction </a:t>
            </a:r>
            <a:r>
              <a:rPr lang="en-US" altLang="en-US" sz="1200" i="1" dirty="0"/>
              <a:t>T</a:t>
            </a:r>
            <a:r>
              <a:rPr lang="en-US" altLang="en-US" sz="1200" i="1" baseline="-25000" dirty="0"/>
              <a:t>j</a:t>
            </a:r>
            <a:r>
              <a:rPr lang="en-US" altLang="en-US" sz="1200" dirty="0"/>
              <a:t> reads a data item previously written by a transaction </a:t>
            </a:r>
            <a:r>
              <a:rPr lang="en-US" altLang="en-US" sz="1200" i="1" dirty="0"/>
              <a:t>T</a:t>
            </a:r>
            <a:r>
              <a:rPr lang="en-US" altLang="en-US" sz="1200" i="1" baseline="-25000" dirty="0"/>
              <a:t>i </a:t>
            </a:r>
            <a:r>
              <a:rPr lang="en-US" altLang="en-US" sz="1200" dirty="0"/>
              <a:t>, then the commit operation of </a:t>
            </a:r>
            <a:r>
              <a:rPr lang="en-US" altLang="en-US" sz="1200" i="1" dirty="0"/>
              <a:t>T</a:t>
            </a:r>
            <a:r>
              <a:rPr lang="en-US" altLang="en-US" sz="1200" i="1" baseline="-25000" dirty="0"/>
              <a:t>i</a:t>
            </a:r>
            <a:r>
              <a:rPr lang="en-US" altLang="en-US" sz="1200" i="1" dirty="0"/>
              <a:t> </a:t>
            </a:r>
            <a:r>
              <a:rPr lang="en-US" altLang="en-US" sz="1200" dirty="0"/>
              <a:t> appears before the commit operation of </a:t>
            </a:r>
            <a:r>
              <a:rPr lang="en-US" altLang="en-US" sz="1200" i="1" dirty="0"/>
              <a:t>T</a:t>
            </a:r>
            <a:r>
              <a:rPr lang="en-US" altLang="en-US" sz="1200" i="1" baseline="-25000" dirty="0"/>
              <a:t>j</a:t>
            </a:r>
            <a:r>
              <a:rPr lang="en-US" altLang="en-US" sz="1200" i="1" dirty="0"/>
              <a:t>.</a:t>
            </a:r>
            <a:endParaRPr lang="en-US" altLang="en-US" sz="1200" dirty="0"/>
          </a:p>
          <a:p>
            <a:pPr>
              <a:tabLst>
                <a:tab pos="2395220" algn="l"/>
                <a:tab pos="2857500" algn="l"/>
                <a:tab pos="3549650" algn="l"/>
                <a:tab pos="3997325" algn="l"/>
              </a:tabLst>
            </a:pPr>
            <a:r>
              <a:rPr lang="en-US" altLang="en-US" sz="1200" dirty="0"/>
              <a:t>The following schedule (Schedule 11) is not recoverable</a:t>
            </a:r>
            <a:br>
              <a:rPr lang="en-US" altLang="en-US" sz="1200" dirty="0"/>
            </a:br>
            <a:r>
              <a:rPr lang="en-US" altLang="en-US" sz="1200" dirty="0"/>
              <a:t>		</a:t>
            </a:r>
            <a:endParaRPr lang="en-US" altLang="en-US" sz="1200" dirty="0"/>
          </a:p>
          <a:p>
            <a:pPr>
              <a:tabLst>
                <a:tab pos="2395220" algn="l"/>
                <a:tab pos="2857500" algn="l"/>
                <a:tab pos="3549650" algn="l"/>
                <a:tab pos="3997325" algn="l"/>
              </a:tabLst>
            </a:pPr>
            <a:endParaRPr lang="en-US" altLang="en-US" sz="1200" dirty="0"/>
          </a:p>
          <a:p>
            <a:pPr>
              <a:tabLst>
                <a:tab pos="2395220" algn="l"/>
                <a:tab pos="2857500" algn="l"/>
                <a:tab pos="3549650" algn="l"/>
                <a:tab pos="3997325" algn="l"/>
              </a:tabLst>
            </a:pPr>
            <a:endParaRPr lang="en-US" altLang="en-US" sz="1200" dirty="0"/>
          </a:p>
          <a:p>
            <a:pPr>
              <a:tabLst>
                <a:tab pos="2395220" algn="l"/>
                <a:tab pos="2857500" algn="l"/>
                <a:tab pos="3549650" algn="l"/>
                <a:tab pos="3997325" algn="l"/>
              </a:tabLst>
            </a:pPr>
            <a:endParaRPr lang="en-US" altLang="en-US" sz="1200" dirty="0"/>
          </a:p>
          <a:p>
            <a:pPr>
              <a:tabLst>
                <a:tab pos="2395220" algn="l"/>
                <a:tab pos="2857500" algn="l"/>
                <a:tab pos="3549650" algn="l"/>
                <a:tab pos="3997325" algn="l"/>
              </a:tabLst>
            </a:pPr>
            <a:endParaRPr lang="en-US" altLang="en-US" sz="1200" dirty="0"/>
          </a:p>
          <a:p>
            <a:pPr>
              <a:tabLst>
                <a:tab pos="2395220" algn="l"/>
                <a:tab pos="2857500" algn="l"/>
                <a:tab pos="3549650" algn="l"/>
                <a:tab pos="3997325" algn="l"/>
              </a:tabLst>
            </a:pPr>
            <a:r>
              <a:rPr lang="en-US" altLang="en-US" sz="1200" dirty="0"/>
              <a:t>If </a:t>
            </a:r>
            <a:r>
              <a:rPr lang="en-US" altLang="en-US" sz="1200" i="1" dirty="0"/>
              <a:t>T</a:t>
            </a:r>
            <a:r>
              <a:rPr lang="en-US" altLang="en-US" sz="1200" baseline="-25000" dirty="0"/>
              <a:t>8</a:t>
            </a:r>
            <a:r>
              <a:rPr lang="en-US" altLang="en-US" sz="700" dirty="0"/>
              <a:t> </a:t>
            </a:r>
            <a:r>
              <a:rPr lang="en-US" altLang="en-US" sz="1200" dirty="0"/>
              <a:t>should abort, </a:t>
            </a:r>
            <a:r>
              <a:rPr lang="en-US" altLang="en-US" sz="1200" i="1" dirty="0"/>
              <a:t>T</a:t>
            </a:r>
            <a:r>
              <a:rPr lang="en-US" altLang="en-US" sz="1200" baseline="-25000" dirty="0"/>
              <a:t>9</a:t>
            </a:r>
            <a:r>
              <a:rPr lang="en-US" altLang="en-US" sz="1200" dirty="0"/>
              <a:t> would have read (and possibly shown to the user) an inconsistent database state.  Hence, database must ensure that schedules are recoverable.</a:t>
            </a:r>
            <a:endParaRPr lang="en-US" altLang="en-US" sz="1200" dirty="0"/>
          </a:p>
        </p:txBody>
      </p:sp>
      <p:sp>
        <p:nvSpPr>
          <p:cNvPr id="31748" name="Text Box 6"/>
          <p:cNvSpPr txBox="1">
            <a:spLocks noChangeArrowheads="1"/>
          </p:cNvSpPr>
          <p:nvPr/>
        </p:nvSpPr>
        <p:spPr bwMode="auto">
          <a:xfrm>
            <a:off x="1669002" y="791773"/>
            <a:ext cx="5766047" cy="4851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ctr">
            <a:spAutoFit/>
          </a:bodyPr>
          <a:lstStyle>
            <a:lvl1pPr>
              <a:defRPr sz="1600">
                <a:solidFill>
                  <a:schemeClr val="tx1"/>
                </a:solidFill>
                <a:latin typeface="Helvetica" panose="020B0604020202020204" pitchFamily="34" charset="0"/>
                <a:ea typeface="MS PGothic" panose="020B0600070205080204" pitchFamily="34" charset="-128"/>
              </a:defRPr>
            </a:lvl1pPr>
            <a:lvl2pPr marL="742950" indent="-285750">
              <a:defRPr sz="1600">
                <a:solidFill>
                  <a:schemeClr val="tx1"/>
                </a:solidFill>
                <a:latin typeface="Helvetica" panose="020B0604020202020204" pitchFamily="34" charset="0"/>
                <a:ea typeface="MS PGothic" panose="020B0600070205080204" pitchFamily="34" charset="-128"/>
              </a:defRPr>
            </a:lvl2pPr>
            <a:lvl3pPr marL="1143000" indent="-228600">
              <a:defRPr sz="1600">
                <a:solidFill>
                  <a:schemeClr val="tx1"/>
                </a:solidFill>
                <a:latin typeface="Helvetica" panose="020B0604020202020204" pitchFamily="34" charset="0"/>
                <a:ea typeface="MS PGothic" panose="020B0600070205080204" pitchFamily="34" charset="-128"/>
              </a:defRPr>
            </a:lvl3pPr>
            <a:lvl4pPr marL="1600200" indent="-228600">
              <a:defRPr sz="1600">
                <a:solidFill>
                  <a:schemeClr val="tx1"/>
                </a:solidFill>
                <a:latin typeface="Helvetica" panose="020B0604020202020204" pitchFamily="34" charset="0"/>
                <a:ea typeface="MS PGothic" panose="020B0600070205080204" pitchFamily="34" charset="-128"/>
              </a:defRPr>
            </a:lvl4pPr>
            <a:lvl5pPr marL="2057400" indent="-228600">
              <a:defRPr sz="1600">
                <a:solidFill>
                  <a:schemeClr val="tx1"/>
                </a:solidFill>
                <a:latin typeface="Helvetica"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pPr>
              <a:spcBef>
                <a:spcPct val="50000"/>
              </a:spcBef>
            </a:pPr>
            <a:r>
              <a:rPr lang="en-US" altLang="en-US" sz="1275" dirty="0"/>
              <a:t>Need to address the effect of transaction failures on concurrently </a:t>
            </a:r>
            <a:br>
              <a:rPr lang="en-US" altLang="en-US" sz="1275" dirty="0"/>
            </a:br>
            <a:r>
              <a:rPr lang="en-US" altLang="en-US" sz="1275" dirty="0"/>
              <a:t>running transactions.</a:t>
            </a:r>
            <a:endParaRPr lang="en-US" altLang="en-US" sz="1275" dirty="0"/>
          </a:p>
        </p:txBody>
      </p:sp>
      <p:pic>
        <p:nvPicPr>
          <p:cNvPr id="31749" name="Picture 11"/>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3347941" y="2355071"/>
            <a:ext cx="2184797" cy="11346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2434" name="Rectangle 2"/>
          <p:cNvSpPr>
            <a:spLocks noGrp="1" noChangeArrowheads="1"/>
          </p:cNvSpPr>
          <p:nvPr>
            <p:ph type="title"/>
          </p:nvPr>
        </p:nvSpPr>
        <p:spPr/>
        <p:txBody>
          <a:bodyPr/>
          <a:lstStyle/>
          <a:p>
            <a:pPr>
              <a:defRPr/>
            </a:pPr>
            <a:r>
              <a:rPr lang="en-US">
                <a:effectLst>
                  <a:outerShdw blurRad="38100" dist="38100" dir="2700000" algn="tl">
                    <a:srgbClr val="C0C0C0"/>
                  </a:outerShdw>
                </a:effectLst>
              </a:rPr>
              <a:t>Cascading Rollbacks</a:t>
            </a:r>
            <a:endParaRPr lang="en-US">
              <a:effectLst>
                <a:outerShdw blurRad="38100" dist="38100" dir="2700000" algn="tl">
                  <a:srgbClr val="C0C0C0"/>
                </a:outerShdw>
              </a:effectLst>
            </a:endParaRPr>
          </a:p>
        </p:txBody>
      </p:sp>
      <p:sp>
        <p:nvSpPr>
          <p:cNvPr id="32771" name="Rectangle 3"/>
          <p:cNvSpPr>
            <a:spLocks noGrp="1" noChangeArrowheads="1"/>
          </p:cNvSpPr>
          <p:nvPr>
            <p:ph idx="1"/>
          </p:nvPr>
        </p:nvSpPr>
        <p:spPr>
          <a:xfrm>
            <a:off x="1649027" y="826873"/>
            <a:ext cx="5832630" cy="4025979"/>
          </a:xfrm>
        </p:spPr>
        <p:txBody>
          <a:bodyPr/>
          <a:lstStyle/>
          <a:p>
            <a:pPr>
              <a:tabLst>
                <a:tab pos="1658620" algn="l"/>
                <a:tab pos="2120900" algn="l"/>
                <a:tab pos="2684145" algn="l"/>
                <a:tab pos="3030220" algn="l"/>
                <a:tab pos="3766820" algn="l"/>
                <a:tab pos="4055745" algn="l"/>
              </a:tabLst>
            </a:pPr>
            <a:r>
              <a:rPr lang="en-US" altLang="en-US" sz="1400" b="1" dirty="0">
                <a:solidFill>
                  <a:srgbClr val="000099"/>
                </a:solidFill>
              </a:rPr>
              <a:t>Cascading rollback</a:t>
            </a:r>
            <a:r>
              <a:rPr lang="en-US" altLang="en-US" sz="1400" dirty="0"/>
              <a:t> – a single transaction failure leads to a series of transaction rollbacks.  Consider the following schedule where none of the transactions has yet committed (so the schedule is recoverable)</a:t>
            </a:r>
            <a:br>
              <a:rPr lang="en-US" altLang="en-US" sz="1400" dirty="0"/>
            </a:br>
            <a:br>
              <a:rPr lang="en-US" altLang="en-US" sz="1400" dirty="0"/>
            </a:br>
            <a:br>
              <a:rPr lang="en-US" altLang="en-US" sz="1400" dirty="0"/>
            </a:br>
            <a:br>
              <a:rPr lang="en-US" altLang="en-US" sz="1400" dirty="0"/>
            </a:br>
            <a:br>
              <a:rPr lang="en-US" altLang="en-US" sz="1400" dirty="0"/>
            </a:br>
            <a:br>
              <a:rPr lang="en-US" altLang="en-US" sz="1400" dirty="0"/>
            </a:br>
            <a:br>
              <a:rPr lang="en-US" altLang="en-US" sz="1400" dirty="0"/>
            </a:br>
            <a:br>
              <a:rPr lang="en-US" altLang="en-US" sz="1400" dirty="0"/>
            </a:br>
            <a:br>
              <a:rPr lang="en-US" altLang="en-US" sz="1400" dirty="0"/>
            </a:br>
            <a:br>
              <a:rPr lang="en-US" altLang="en-US" sz="1400" dirty="0"/>
            </a:br>
            <a:r>
              <a:rPr lang="en-US" altLang="en-US" sz="1400" dirty="0"/>
              <a:t>If </a:t>
            </a:r>
            <a:r>
              <a:rPr lang="en-US" altLang="en-US" sz="1400" i="1" dirty="0"/>
              <a:t>T</a:t>
            </a:r>
            <a:r>
              <a:rPr lang="en-US" altLang="en-US" sz="1400" baseline="-25000" dirty="0"/>
              <a:t>10</a:t>
            </a:r>
            <a:r>
              <a:rPr lang="en-US" altLang="en-US" sz="1400" dirty="0"/>
              <a:t> fails, </a:t>
            </a:r>
            <a:r>
              <a:rPr lang="en-US" altLang="en-US" sz="1400" i="1" dirty="0"/>
              <a:t>T</a:t>
            </a:r>
            <a:r>
              <a:rPr lang="en-US" altLang="en-US" sz="1400" baseline="-25000" dirty="0"/>
              <a:t>11</a:t>
            </a:r>
            <a:r>
              <a:rPr lang="en-US" altLang="en-US" sz="1400" dirty="0"/>
              <a:t> and </a:t>
            </a:r>
            <a:r>
              <a:rPr lang="en-US" altLang="en-US" sz="1400" i="1" dirty="0"/>
              <a:t>T</a:t>
            </a:r>
            <a:r>
              <a:rPr lang="en-US" altLang="en-US" sz="1400" baseline="-25000" dirty="0"/>
              <a:t>12</a:t>
            </a:r>
            <a:r>
              <a:rPr lang="en-US" altLang="en-US" sz="1400" dirty="0"/>
              <a:t> must also be rolled back.</a:t>
            </a:r>
            <a:endParaRPr lang="en-US" altLang="en-US" sz="1400" dirty="0"/>
          </a:p>
          <a:p>
            <a:pPr>
              <a:tabLst>
                <a:tab pos="1658620" algn="l"/>
                <a:tab pos="2120900" algn="l"/>
                <a:tab pos="2684145" algn="l"/>
                <a:tab pos="3030220" algn="l"/>
                <a:tab pos="3766820" algn="l"/>
                <a:tab pos="4055745" algn="l"/>
              </a:tabLst>
            </a:pPr>
            <a:r>
              <a:rPr lang="en-US" altLang="en-US" sz="1400" dirty="0"/>
              <a:t>Can lead to the undoing of a significant amount of work</a:t>
            </a:r>
            <a:endParaRPr lang="en-US" altLang="en-US" sz="1400" dirty="0"/>
          </a:p>
        </p:txBody>
      </p:sp>
      <p:pic>
        <p:nvPicPr>
          <p:cNvPr id="32772" name="Picture 1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3067235" y="1591797"/>
            <a:ext cx="2571750" cy="14442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3458" name="Rectangle 2"/>
          <p:cNvSpPr>
            <a:spLocks noGrp="1" noChangeArrowheads="1"/>
          </p:cNvSpPr>
          <p:nvPr>
            <p:ph type="title"/>
          </p:nvPr>
        </p:nvSpPr>
        <p:spPr/>
        <p:txBody>
          <a:bodyPr/>
          <a:lstStyle/>
          <a:p>
            <a:pPr>
              <a:defRPr/>
            </a:pPr>
            <a:r>
              <a:rPr lang="en-US" dirty="0">
                <a:effectLst>
                  <a:outerShdw blurRad="38100" dist="38100" dir="2700000" algn="tl">
                    <a:srgbClr val="C0C0C0"/>
                  </a:outerShdw>
                </a:effectLst>
              </a:rPr>
              <a:t>Cascadeless Schedules</a:t>
            </a:r>
            <a:endParaRPr lang="en-US" dirty="0">
              <a:effectLst>
                <a:outerShdw blurRad="38100" dist="38100" dir="2700000" algn="tl">
                  <a:srgbClr val="C0C0C0"/>
                </a:outerShdw>
              </a:effectLst>
            </a:endParaRPr>
          </a:p>
        </p:txBody>
      </p:sp>
      <p:sp>
        <p:nvSpPr>
          <p:cNvPr id="33795" name="Rectangle 3"/>
          <p:cNvSpPr>
            <a:spLocks noGrp="1" noChangeArrowheads="1"/>
          </p:cNvSpPr>
          <p:nvPr>
            <p:ph idx="1"/>
          </p:nvPr>
        </p:nvSpPr>
        <p:spPr>
          <a:xfrm>
            <a:off x="1662344" y="826873"/>
            <a:ext cx="5832629" cy="4025979"/>
          </a:xfrm>
        </p:spPr>
        <p:txBody>
          <a:bodyPr/>
          <a:lstStyle/>
          <a:p>
            <a:r>
              <a:rPr lang="en-US" altLang="en-US" b="1" dirty="0">
                <a:solidFill>
                  <a:srgbClr val="000099"/>
                </a:solidFill>
              </a:rPr>
              <a:t>Cascadeless</a:t>
            </a:r>
            <a:r>
              <a:rPr lang="en-US" altLang="en-US" b="1" i="1" dirty="0">
                <a:solidFill>
                  <a:srgbClr val="000099"/>
                </a:solidFill>
              </a:rPr>
              <a:t> </a:t>
            </a:r>
            <a:r>
              <a:rPr lang="en-US" altLang="en-US" b="1" dirty="0">
                <a:solidFill>
                  <a:srgbClr val="000099"/>
                </a:solidFill>
              </a:rPr>
              <a:t>schedules</a:t>
            </a:r>
            <a:r>
              <a:rPr lang="en-US" altLang="en-US" dirty="0"/>
              <a:t> — cascading rollbacks cannot occur;</a:t>
            </a:r>
            <a:endParaRPr lang="en-US" altLang="en-US" dirty="0"/>
          </a:p>
          <a:p>
            <a:pPr lvl="1"/>
            <a:r>
              <a:rPr lang="en-US" altLang="en-US" dirty="0"/>
              <a:t>For each pair of transactions </a:t>
            </a:r>
            <a:r>
              <a:rPr lang="en-US" altLang="en-US" i="1" dirty="0"/>
              <a:t>T</a:t>
            </a:r>
            <a:r>
              <a:rPr lang="en-US" altLang="en-US" i="1" baseline="-25000" dirty="0"/>
              <a:t>i</a:t>
            </a:r>
            <a:r>
              <a:rPr lang="en-US" altLang="en-US" i="1" dirty="0"/>
              <a:t> </a:t>
            </a:r>
            <a:r>
              <a:rPr lang="en-US" altLang="en-US" dirty="0"/>
              <a:t>and </a:t>
            </a:r>
            <a:r>
              <a:rPr lang="en-US" altLang="en-US" i="1" dirty="0"/>
              <a:t>T</a:t>
            </a:r>
            <a:r>
              <a:rPr lang="en-US" altLang="en-US" i="1" baseline="-25000" dirty="0"/>
              <a:t>j</a:t>
            </a:r>
            <a:r>
              <a:rPr lang="en-US" altLang="en-US" dirty="0"/>
              <a:t> such that </a:t>
            </a:r>
            <a:r>
              <a:rPr lang="en-US" altLang="en-US" i="1" dirty="0"/>
              <a:t>T</a:t>
            </a:r>
            <a:r>
              <a:rPr lang="en-US" altLang="en-US" i="1" baseline="-25000" dirty="0"/>
              <a:t>j</a:t>
            </a:r>
            <a:r>
              <a:rPr lang="en-US" altLang="en-US" dirty="0"/>
              <a:t>  reads a data item previously written by </a:t>
            </a:r>
            <a:r>
              <a:rPr lang="en-US" altLang="en-US" i="1" dirty="0"/>
              <a:t>T</a:t>
            </a:r>
            <a:r>
              <a:rPr lang="en-US" altLang="en-US" i="1" baseline="-25000" dirty="0"/>
              <a:t>i</a:t>
            </a:r>
            <a:r>
              <a:rPr lang="en-US" altLang="en-US" dirty="0"/>
              <a:t>, the commit operation of </a:t>
            </a:r>
            <a:r>
              <a:rPr lang="en-US" altLang="en-US" i="1" dirty="0"/>
              <a:t>T</a:t>
            </a:r>
            <a:r>
              <a:rPr lang="en-US" altLang="en-US" i="1" baseline="-25000" dirty="0"/>
              <a:t>i</a:t>
            </a:r>
            <a:r>
              <a:rPr lang="en-US" altLang="en-US" i="1" dirty="0"/>
              <a:t> </a:t>
            </a:r>
            <a:r>
              <a:rPr lang="en-US" altLang="en-US" dirty="0"/>
              <a:t> appears before the read operation of </a:t>
            </a:r>
            <a:r>
              <a:rPr lang="en-US" altLang="en-US" i="1" dirty="0"/>
              <a:t>T</a:t>
            </a:r>
            <a:r>
              <a:rPr lang="en-US" altLang="en-US" i="1" baseline="-25000" dirty="0"/>
              <a:t>j</a:t>
            </a:r>
            <a:r>
              <a:rPr lang="en-US" altLang="en-US" dirty="0"/>
              <a:t>.</a:t>
            </a:r>
            <a:endParaRPr lang="en-US" altLang="en-US" dirty="0"/>
          </a:p>
          <a:p>
            <a:r>
              <a:rPr lang="en-US" altLang="en-US" dirty="0"/>
              <a:t>Every </a:t>
            </a:r>
            <a:r>
              <a:rPr lang="en-US" altLang="en-US" dirty="0" smtClean="0"/>
              <a:t>Cascadeless </a:t>
            </a:r>
            <a:r>
              <a:rPr lang="en-US" altLang="en-US" dirty="0"/>
              <a:t>schedule is also recoverable</a:t>
            </a:r>
            <a:endParaRPr lang="en-US" altLang="en-US" dirty="0"/>
          </a:p>
          <a:p>
            <a:r>
              <a:rPr lang="en-US" altLang="en-US" dirty="0"/>
              <a:t>It is desirable to restrict the schedules to those that are cascadeless</a:t>
            </a:r>
            <a:endParaRPr lang="en-US" altLang="en-US"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5922" name="Rectangle 2"/>
          <p:cNvSpPr>
            <a:spLocks noGrp="1" noChangeArrowheads="1"/>
          </p:cNvSpPr>
          <p:nvPr>
            <p:ph type="title"/>
          </p:nvPr>
        </p:nvSpPr>
        <p:spPr/>
        <p:txBody>
          <a:bodyPr/>
          <a:lstStyle/>
          <a:p>
            <a:pPr>
              <a:defRPr/>
            </a:pPr>
            <a:r>
              <a:rPr lang="en-US">
                <a:effectLst>
                  <a:outerShdw blurRad="38100" dist="38100" dir="2700000" algn="tl">
                    <a:srgbClr val="C0C0C0"/>
                  </a:outerShdw>
                </a:effectLst>
              </a:rPr>
              <a:t>Concurrency Control</a:t>
            </a:r>
            <a:endParaRPr lang="en-US">
              <a:effectLst>
                <a:outerShdw blurRad="38100" dist="38100" dir="2700000" algn="tl">
                  <a:srgbClr val="C0C0C0"/>
                </a:outerShdw>
              </a:effectLst>
            </a:endParaRPr>
          </a:p>
        </p:txBody>
      </p:sp>
      <p:sp>
        <p:nvSpPr>
          <p:cNvPr id="34819" name="Rectangle 3"/>
          <p:cNvSpPr>
            <a:spLocks noGrp="1" noChangeArrowheads="1"/>
          </p:cNvSpPr>
          <p:nvPr>
            <p:ph idx="1"/>
          </p:nvPr>
        </p:nvSpPr>
        <p:spPr>
          <a:xfrm>
            <a:off x="1635711" y="826873"/>
            <a:ext cx="5859262" cy="4025979"/>
          </a:xfrm>
        </p:spPr>
        <p:txBody>
          <a:bodyPr/>
          <a:lstStyle/>
          <a:p>
            <a:r>
              <a:rPr lang="en-US" altLang="en-US" sz="1600" dirty="0"/>
              <a:t>A database must provide a mechanism that will ensure that all possible schedules are </a:t>
            </a:r>
            <a:endParaRPr lang="en-US" altLang="en-US" sz="1600" dirty="0"/>
          </a:p>
          <a:p>
            <a:pPr lvl="1"/>
            <a:r>
              <a:rPr lang="en-US" altLang="en-US" sz="1600" dirty="0"/>
              <a:t>either conflict or view serializable, and </a:t>
            </a:r>
            <a:endParaRPr lang="en-US" altLang="en-US" sz="1600" dirty="0"/>
          </a:p>
          <a:p>
            <a:pPr lvl="1"/>
            <a:r>
              <a:rPr lang="en-US" altLang="en-US" sz="1600" dirty="0"/>
              <a:t>are recoverable and preferably cascadeless</a:t>
            </a:r>
            <a:endParaRPr lang="en-US" altLang="en-US" sz="1600" dirty="0"/>
          </a:p>
          <a:p>
            <a:r>
              <a:rPr lang="en-US" altLang="en-US" sz="1600" dirty="0"/>
              <a:t>A policy in which only one transaction can execute at a time generates serial schedules, but provides a poor degree of concurrency</a:t>
            </a:r>
            <a:endParaRPr lang="en-US" altLang="en-US" sz="1600" dirty="0"/>
          </a:p>
          <a:p>
            <a:pPr lvl="1"/>
            <a:r>
              <a:rPr lang="en-US" altLang="en-US" sz="1600" dirty="0"/>
              <a:t>Are serial schedules recoverable/</a:t>
            </a:r>
            <a:r>
              <a:rPr lang="en-US" altLang="en-US" sz="1600" dirty="0" err="1"/>
              <a:t>cascadeless</a:t>
            </a:r>
            <a:r>
              <a:rPr lang="en-US" altLang="en-US" sz="1600" dirty="0"/>
              <a:t>?</a:t>
            </a:r>
            <a:endParaRPr lang="en-US" altLang="en-US" sz="1600" dirty="0"/>
          </a:p>
          <a:p>
            <a:r>
              <a:rPr lang="en-US" altLang="en-US" sz="1600" dirty="0"/>
              <a:t>Testing a schedule for serializability </a:t>
            </a:r>
            <a:r>
              <a:rPr lang="en-US" altLang="en-US" sz="1600" i="1" dirty="0"/>
              <a:t>after</a:t>
            </a:r>
            <a:r>
              <a:rPr lang="en-US" altLang="en-US" sz="1600" dirty="0"/>
              <a:t> it has executed is a little too late!</a:t>
            </a:r>
            <a:endParaRPr lang="en-US" altLang="en-US" sz="1600" dirty="0"/>
          </a:p>
          <a:p>
            <a:r>
              <a:rPr lang="en-US" altLang="en-US" sz="1600" b="1" dirty="0">
                <a:solidFill>
                  <a:srgbClr val="000099"/>
                </a:solidFill>
              </a:rPr>
              <a:t>Goal</a:t>
            </a:r>
            <a:r>
              <a:rPr lang="en-US" altLang="en-US" sz="1600" dirty="0"/>
              <a:t> – to develop concurrency control protocols that will assure serializability.</a:t>
            </a:r>
            <a:endParaRPr lang="en-US" altLang="en-US" sz="16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3138" name="Rectangle 2"/>
          <p:cNvSpPr>
            <a:spLocks noGrp="1" noChangeArrowheads="1"/>
          </p:cNvSpPr>
          <p:nvPr>
            <p:ph type="title"/>
          </p:nvPr>
        </p:nvSpPr>
        <p:spPr/>
        <p:txBody>
          <a:bodyPr/>
          <a:lstStyle/>
          <a:p>
            <a:pPr>
              <a:defRPr/>
            </a:pPr>
            <a:r>
              <a:rPr lang="en-US">
                <a:effectLst>
                  <a:outerShdw blurRad="38100" dist="38100" dir="2700000" algn="tl">
                    <a:srgbClr val="C0C0C0"/>
                  </a:outerShdw>
                </a:effectLst>
              </a:rPr>
              <a:t>Concurrency Control (Cont.)</a:t>
            </a:r>
            <a:endParaRPr lang="en-US">
              <a:effectLst>
                <a:outerShdw blurRad="38100" dist="38100" dir="2700000" algn="tl">
                  <a:srgbClr val="C0C0C0"/>
                </a:outerShdw>
              </a:effectLst>
            </a:endParaRPr>
          </a:p>
        </p:txBody>
      </p:sp>
      <p:sp>
        <p:nvSpPr>
          <p:cNvPr id="35843" name="Rectangle 3"/>
          <p:cNvSpPr>
            <a:spLocks noGrp="1" noChangeArrowheads="1"/>
          </p:cNvSpPr>
          <p:nvPr>
            <p:ph idx="1"/>
          </p:nvPr>
        </p:nvSpPr>
        <p:spPr>
          <a:xfrm>
            <a:off x="1635711" y="826873"/>
            <a:ext cx="5852603" cy="4025979"/>
          </a:xfrm>
        </p:spPr>
        <p:txBody>
          <a:bodyPr/>
          <a:lstStyle/>
          <a:p>
            <a:r>
              <a:rPr lang="en-US" altLang="en-US" sz="1600" dirty="0"/>
              <a:t>Schedules must be conflict serializable, and recoverable, for the sake of database consistency, and preferably cascadeless.</a:t>
            </a:r>
            <a:endParaRPr lang="en-US" altLang="en-US" sz="1600" dirty="0"/>
          </a:p>
          <a:p>
            <a:r>
              <a:rPr lang="en-US" altLang="en-US" sz="1600" dirty="0"/>
              <a:t>A policy in which only one transaction can execute at a time generates serial schedules, but provides a poor degree of concurrency.</a:t>
            </a:r>
            <a:endParaRPr lang="en-US" altLang="en-US" sz="1600" dirty="0"/>
          </a:p>
          <a:p>
            <a:r>
              <a:rPr lang="en-US" altLang="en-US" sz="1600" dirty="0"/>
              <a:t>Concurrency-control schemes tradeoff between the amount of concurrency they allow and the amount of overhead that they incur.</a:t>
            </a:r>
            <a:endParaRPr lang="en-US" altLang="en-US" sz="1600" dirty="0"/>
          </a:p>
          <a:p>
            <a:r>
              <a:rPr lang="en-US" altLang="en-US" sz="1600" dirty="0"/>
              <a:t>Some schemes allow only conflict-serializable schedules to be generated, while others allow  view-serializable schedules that are not conflict-serializable.</a:t>
            </a:r>
            <a:endParaRPr lang="en-US" altLang="en-US" sz="16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7970" name="Rectangle 2"/>
          <p:cNvSpPr>
            <a:spLocks noGrp="1" noChangeArrowheads="1"/>
          </p:cNvSpPr>
          <p:nvPr>
            <p:ph type="title"/>
          </p:nvPr>
        </p:nvSpPr>
        <p:spPr/>
        <p:txBody>
          <a:bodyPr/>
          <a:lstStyle/>
          <a:p>
            <a:pPr>
              <a:defRPr/>
            </a:pPr>
            <a:r>
              <a:rPr lang="en-US" dirty="0">
                <a:effectLst>
                  <a:outerShdw blurRad="38100" dist="38100" dir="2700000" algn="tl">
                    <a:srgbClr val="C0C0C0"/>
                  </a:outerShdw>
                </a:effectLst>
              </a:rPr>
              <a:t>Concurrency Control vs. Serializability Tests</a:t>
            </a:r>
            <a:endParaRPr lang="en-US" dirty="0">
              <a:effectLst>
                <a:outerShdw blurRad="38100" dist="38100" dir="2700000" algn="tl">
                  <a:srgbClr val="C0C0C0"/>
                </a:outerShdw>
              </a:effectLst>
            </a:endParaRPr>
          </a:p>
        </p:txBody>
      </p:sp>
      <p:sp>
        <p:nvSpPr>
          <p:cNvPr id="36867" name="Rectangle 3"/>
          <p:cNvSpPr>
            <a:spLocks noGrp="1" noChangeArrowheads="1"/>
          </p:cNvSpPr>
          <p:nvPr>
            <p:ph idx="1"/>
          </p:nvPr>
        </p:nvSpPr>
        <p:spPr>
          <a:xfrm>
            <a:off x="1649027" y="826873"/>
            <a:ext cx="5845946" cy="4025979"/>
          </a:xfrm>
        </p:spPr>
        <p:txBody>
          <a:bodyPr/>
          <a:lstStyle/>
          <a:p>
            <a:r>
              <a:rPr lang="en-US" altLang="en-US" sz="1400" dirty="0"/>
              <a:t>Concurrency-control protocols allow concurrent schedules, but ensure that the schedules are conflict/view serializable, and are recoverable and cascadeless .</a:t>
            </a:r>
            <a:endParaRPr lang="en-US" altLang="en-US" sz="1400" dirty="0"/>
          </a:p>
          <a:p>
            <a:r>
              <a:rPr lang="en-US" altLang="en-US" sz="1400" dirty="0"/>
              <a:t>Concurrency control protocols (generally) do not examine the precedence graph as it is being created</a:t>
            </a:r>
            <a:endParaRPr lang="en-US" altLang="en-US" sz="1400" dirty="0"/>
          </a:p>
          <a:p>
            <a:pPr lvl="1"/>
            <a:r>
              <a:rPr lang="en-US" altLang="en-US" sz="1400" dirty="0"/>
              <a:t>Instead a protocol imposes a discipline that avoids non-serializable schedules.</a:t>
            </a:r>
            <a:endParaRPr lang="en-US" altLang="en-US" sz="1400" dirty="0"/>
          </a:p>
          <a:p>
            <a:pPr lvl="1"/>
            <a:r>
              <a:rPr lang="en-US" altLang="en-US" sz="1400" dirty="0"/>
              <a:t>We study such protocols in Chapter 16.</a:t>
            </a:r>
            <a:endParaRPr lang="en-US" altLang="en-US" sz="1400" dirty="0"/>
          </a:p>
          <a:p>
            <a:r>
              <a:rPr lang="en-US" altLang="en-US" sz="1400" dirty="0"/>
              <a:t>Different concurrency control protocols provide different tradeoffs between the amount of concurrency they allow and the amount of overhead that they incur.</a:t>
            </a:r>
            <a:endParaRPr lang="en-US" altLang="en-US" sz="1400" dirty="0"/>
          </a:p>
          <a:p>
            <a:r>
              <a:rPr lang="en-US" altLang="en-US" sz="1400" dirty="0"/>
              <a:t>Tests for serializability help us understand why a concurrency control protocol is correct.   </a:t>
            </a:r>
            <a:endParaRPr lang="en-US" altLang="en-US" sz="1400" dirty="0"/>
          </a:p>
          <a:p>
            <a:endParaRPr lang="en-US" altLang="en-US" sz="14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a:t>Question</a:t>
            </a:r>
            <a:endParaRPr lang="en-US" altLang="zh-CN"/>
          </a:p>
        </p:txBody>
      </p:sp>
      <p:sp>
        <p:nvSpPr>
          <p:cNvPr id="3" name="内容占位符 2"/>
          <p:cNvSpPr>
            <a:spLocks noGrp="1"/>
          </p:cNvSpPr>
          <p:nvPr>
            <p:ph idx="1"/>
          </p:nvPr>
        </p:nvSpPr>
        <p:spPr/>
        <p:txBody>
          <a:bodyPr/>
          <a:p>
            <a:r>
              <a:rPr lang="en-US" altLang="zh-CN"/>
              <a:t>What is the relationship between Recoverable Schedules and Collision Serializability?</a:t>
            </a:r>
            <a:endParaRPr lang="en-US" altLang="zh-CN"/>
          </a:p>
          <a:p>
            <a:pPr lvl="1"/>
            <a:r>
              <a:rPr lang="en-US" altLang="zh-CN"/>
              <a:t>Independent but need to coexist</a:t>
            </a:r>
            <a:endParaRPr lang="en-US" altLang="zh-CN"/>
          </a:p>
        </p:txBody>
      </p:sp>
      <p:graphicFrame>
        <p:nvGraphicFramePr>
          <p:cNvPr id="4" name="表格 3"/>
          <p:cNvGraphicFramePr/>
          <p:nvPr/>
        </p:nvGraphicFramePr>
        <p:xfrm>
          <a:off x="640080" y="1818005"/>
          <a:ext cx="7863840" cy="0"/>
        </p:xfrm>
        <a:graphic>
          <a:graphicData uri="http://schemas.openxmlformats.org/drawingml/2006/table">
            <a:tbl>
              <a:tblPr firstRow="1">
                <a:tableStyleId>{F1EDE30F-052B-4E4B-8CE8-EE124ED5EA61}</a:tableStyleId>
              </a:tblPr>
              <a:tblGrid>
                <a:gridCol w="2621280"/>
                <a:gridCol w="2621280"/>
                <a:gridCol w="2621280"/>
              </a:tblGrid>
              <a:tr h="0">
                <a:tc>
                  <a:txBody>
                    <a:bodyPr/>
                    <a:p>
                      <a:pPr algn="l">
                        <a:lnSpc>
                          <a:spcPts val="1250"/>
                        </a:lnSpc>
                      </a:pPr>
                      <a:r>
                        <a:rPr lang="en-US" altLang="zh-CN" sz="1100"/>
                        <a:t>Property</a:t>
                      </a:r>
                      <a:endParaRPr lang="en-US" altLang="zh-CN" sz="1100"/>
                    </a:p>
                  </a:txBody>
                  <a:tcPr marL="0" marR="101917" marT="63817" marB="63817" anchor="ctr" anchorCtr="0"/>
                </a:tc>
                <a:tc>
                  <a:txBody>
                    <a:bodyPr/>
                    <a:p>
                      <a:pPr algn="l">
                        <a:lnSpc>
                          <a:spcPts val="1250"/>
                        </a:lnSpc>
                      </a:pPr>
                      <a:r>
                        <a:rPr lang="en-US" altLang="zh-CN" sz="1100"/>
                        <a:t>The "Evil" it Prevents</a:t>
                      </a:r>
                      <a:endParaRPr lang="en-US" altLang="zh-CN" sz="1100"/>
                    </a:p>
                  </a:txBody>
                  <a:tcPr marL="101917" marR="101917" marT="63817" marB="63817" anchor="ctr" anchorCtr="0"/>
                </a:tc>
                <a:tc>
                  <a:txBody>
                    <a:bodyPr/>
                    <a:p>
                      <a:pPr algn="l">
                        <a:lnSpc>
                          <a:spcPts val="1250"/>
                        </a:lnSpc>
                      </a:pPr>
                      <a:r>
                        <a:rPr lang="en-US" altLang="zh-CN" sz="1100"/>
                        <a:t>Core Focus</a:t>
                      </a:r>
                      <a:endParaRPr lang="en-US" altLang="zh-CN" sz="1100"/>
                    </a:p>
                  </a:txBody>
                  <a:tcPr marL="101917" marR="101917" marT="63817" marB="63817" anchor="ctr" anchorCtr="0"/>
                </a:tc>
              </a:tr>
              <a:tr h="0">
                <a:tc>
                  <a:txBody>
                    <a:bodyPr/>
                    <a:p>
                      <a:pPr>
                        <a:lnSpc>
                          <a:spcPts val="1250"/>
                        </a:lnSpc>
                      </a:pPr>
                      <a:r>
                        <a:rPr lang="en-US" altLang="zh-CN" sz="1100"/>
                        <a:t>Conflict Serializability</a:t>
                      </a:r>
                      <a:endParaRPr lang="en-US" altLang="zh-CN" sz="1100"/>
                    </a:p>
                  </a:txBody>
                  <a:tcPr marL="0" marR="101917" marT="63817" marB="63817" anchor="ctr" anchorCtr="0"/>
                </a:tc>
                <a:tc>
                  <a:txBody>
                    <a:bodyPr/>
                    <a:p>
                      <a:pPr>
                        <a:lnSpc>
                          <a:spcPts val="1250"/>
                        </a:lnSpc>
                      </a:pPr>
                      <a:r>
                        <a:rPr lang="en-US" altLang="zh-CN" sz="1100"/>
                        <a:t>Incorrect Final Outcome</a:t>
                      </a:r>
                      <a:endParaRPr lang="en-US" altLang="zh-CN" sz="1100"/>
                    </a:p>
                  </a:txBody>
                  <a:tcPr marL="101917" marR="101917" marT="63817" marB="63817" anchor="ctr" anchorCtr="0"/>
                </a:tc>
                <a:tc>
                  <a:txBody>
                    <a:bodyPr/>
                    <a:p>
                      <a:pPr>
                        <a:lnSpc>
                          <a:spcPts val="1250"/>
                        </a:lnSpc>
                      </a:pPr>
                      <a:r>
                        <a:rPr lang="en-US" altLang="zh-CN" sz="1100"/>
                        <a:t>Even if all transactions commit successfully, the final database state could be wrong.</a:t>
                      </a:r>
                      <a:endParaRPr lang="en-US" altLang="zh-CN" sz="1100"/>
                    </a:p>
                  </a:txBody>
                  <a:tcPr marL="101917" marR="0" marT="63817" marB="63817" anchor="ctr" anchorCtr="0"/>
                </a:tc>
              </a:tr>
              <a:tr h="0">
                <a:tc>
                  <a:txBody>
                    <a:bodyPr/>
                    <a:p>
                      <a:pPr>
                        <a:lnSpc>
                          <a:spcPts val="1250"/>
                        </a:lnSpc>
                      </a:pPr>
                      <a:r>
                        <a:rPr lang="en-US" altLang="zh-CN" sz="1100"/>
                        <a:t>Recoverability</a:t>
                      </a:r>
                      <a:endParaRPr lang="en-US" altLang="zh-CN" sz="1100"/>
                    </a:p>
                  </a:txBody>
                  <a:tcPr marL="0" marR="101917" marT="63817" marB="63817" anchor="ctr" anchorCtr="0"/>
                </a:tc>
                <a:tc>
                  <a:txBody>
                    <a:bodyPr/>
                    <a:p>
                      <a:pPr>
                        <a:lnSpc>
                          <a:spcPts val="1250"/>
                        </a:lnSpc>
                      </a:pPr>
                      <a:r>
                        <a:rPr lang="en-US" altLang="zh-CN" sz="1100"/>
                        <a:t>Unrecoverability after Commit</a:t>
                      </a:r>
                      <a:endParaRPr lang="en-US" altLang="zh-CN" sz="1100"/>
                    </a:p>
                  </a:txBody>
                  <a:tcPr marL="101917" marR="101917" marT="63817" marB="63817" anchor="ctr" anchorCtr="0"/>
                </a:tc>
                <a:tc>
                  <a:txBody>
                    <a:bodyPr/>
                    <a:p>
                      <a:pPr>
                        <a:lnSpc>
                          <a:spcPts val="1250"/>
                        </a:lnSpc>
                      </a:pPr>
                      <a:r>
                        <a:rPr lang="en-US" altLang="zh-CN" sz="1100"/>
                        <a:t>The failure of one transaction can cause already-committed transactions to be based on invalid data.</a:t>
                      </a:r>
                      <a:endParaRPr lang="en-US" altLang="zh-CN" sz="1100"/>
                    </a:p>
                  </a:txBody>
                  <a:tcPr marL="101917" marR="0" marT="63817" marB="63817" anchor="ctr" anchorCtr="0"/>
                </a:tc>
              </a:tr>
            </a:tbl>
          </a:graphicData>
        </a:graphic>
      </p:graphicFrame>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a:sym typeface="+mn-ea"/>
              </a:rPr>
              <a:t>Question</a:t>
            </a:r>
            <a:endParaRPr lang="zh-CN" altLang="en-US"/>
          </a:p>
        </p:txBody>
      </p:sp>
      <p:sp>
        <p:nvSpPr>
          <p:cNvPr id="3" name="内容占位符 2"/>
          <p:cNvSpPr>
            <a:spLocks noGrp="1"/>
          </p:cNvSpPr>
          <p:nvPr>
            <p:ph idx="1"/>
          </p:nvPr>
        </p:nvSpPr>
        <p:spPr/>
        <p:txBody>
          <a:bodyPr/>
          <a:p>
            <a:r>
              <a:rPr lang="en-US" altLang="zh-CN" sz="1600"/>
              <a:t>A schedule can be Conflict-Serializable but NOT Recoverable.</a:t>
            </a:r>
            <a:endParaRPr lang="en-US" altLang="zh-CN" sz="1600"/>
          </a:p>
          <a:p>
            <a:endParaRPr lang="en-US" altLang="zh-CN" sz="1600"/>
          </a:p>
          <a:p>
            <a:endParaRPr lang="en-US" altLang="zh-CN" sz="1600"/>
          </a:p>
          <a:p>
            <a:endParaRPr lang="en-US" altLang="zh-CN" sz="1600"/>
          </a:p>
          <a:p>
            <a:r>
              <a:rPr lang="en-US" altLang="zh-CN" sz="1600"/>
              <a:t>Analysis:</a:t>
            </a:r>
            <a:endParaRPr lang="en-US" altLang="zh-CN" sz="1600"/>
          </a:p>
          <a:p>
            <a:pPr lvl="1"/>
            <a:r>
              <a:rPr lang="en-US" altLang="zh-CN" sz="1600"/>
              <a:t>Conflict-Serializable? Yes. This schedule is conflict-equivalent to the serial schedule &lt;T1, T2&gt;. If the system runs normally, the final state is correct.</a:t>
            </a:r>
            <a:endParaRPr lang="en-US" altLang="zh-CN" sz="1600"/>
          </a:p>
          <a:p>
            <a:pPr lvl="1"/>
            <a:r>
              <a:rPr lang="en-US" altLang="zh-CN" sz="1600"/>
              <a:t>Recoverable? No! If the system crashes after T2 commits but before T1 commits, T1 must be rolled back. However, T2 has already committed, and it read a value of A from T1 (a value that subsequently vanished with T1's rollback). This results in a committed transaction (T2) being based on a state that never officially existed, permanently corrupting the database's consistency.</a:t>
            </a:r>
            <a:endParaRPr lang="en-US" altLang="zh-CN" sz="1600"/>
          </a:p>
        </p:txBody>
      </p:sp>
      <p:graphicFrame>
        <p:nvGraphicFramePr>
          <p:cNvPr id="4" name="表格 3"/>
          <p:cNvGraphicFramePr/>
          <p:nvPr/>
        </p:nvGraphicFramePr>
        <p:xfrm>
          <a:off x="971550" y="1059815"/>
          <a:ext cx="6400165" cy="381000"/>
        </p:xfrm>
        <a:graphic>
          <a:graphicData uri="http://schemas.openxmlformats.org/drawingml/2006/table">
            <a:tbl>
              <a:tblPr firstRow="1" bandRow="1">
                <a:tableStyleId>{5C22544A-7EE6-4342-B048-85BDC9FD1C3A}</a:tableStyleId>
              </a:tblPr>
              <a:tblGrid>
                <a:gridCol w="6400165"/>
              </a:tblGrid>
              <a:tr h="381000">
                <a:tc>
                  <a:txBody>
                    <a:bodyPr/>
                    <a:p>
                      <a:pPr>
                        <a:buNone/>
                      </a:pPr>
                      <a:r>
                        <a:rPr lang="en-US" altLang="zh-CN"/>
                        <a:t>T1          T2</a:t>
                      </a:r>
                      <a:endParaRPr lang="en-US" altLang="zh-CN"/>
                    </a:p>
                    <a:p>
                      <a:pPr>
                        <a:buNone/>
                      </a:pPr>
                      <a:r>
                        <a:rPr lang="en-US" altLang="zh-CN"/>
                        <a:t>---         ---</a:t>
                      </a:r>
                      <a:endParaRPr lang="en-US" altLang="zh-CN"/>
                    </a:p>
                    <a:p>
                      <a:pPr>
                        <a:buNone/>
                      </a:pPr>
                      <a:r>
                        <a:rPr lang="en-US" altLang="zh-CN"/>
                        <a:t>write(A)</a:t>
                      </a:r>
                      <a:endParaRPr lang="en-US" altLang="zh-CN"/>
                    </a:p>
                    <a:p>
                      <a:pPr>
                        <a:buNone/>
                      </a:pPr>
                      <a:r>
                        <a:rPr lang="en-US" altLang="zh-CN"/>
                        <a:t>            read(A)  // T2 read A written by T1</a:t>
                      </a:r>
                      <a:endParaRPr lang="en-US" altLang="zh-CN"/>
                    </a:p>
                    <a:p>
                      <a:pPr>
                        <a:buNone/>
                      </a:pPr>
                      <a:r>
                        <a:rPr lang="en-US" altLang="zh-CN"/>
                        <a:t>            commit   // **Danger! T2 commits before T1**</a:t>
                      </a:r>
                      <a:endParaRPr lang="en-US" altLang="zh-CN"/>
                    </a:p>
                    <a:p>
                      <a:pPr>
                        <a:buNone/>
                      </a:pPr>
                      <a:r>
                        <a:rPr lang="en-US" altLang="zh-CN"/>
                        <a:t>commit</a:t>
                      </a:r>
                      <a:endParaRPr lang="en-US" altLang="zh-CN"/>
                    </a:p>
                  </a:txBody>
                  <a:tcPr/>
                </a:tc>
              </a:tr>
            </a:tbl>
          </a:graphicData>
        </a:graphic>
      </p:graphicFrame>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a:sym typeface="+mn-ea"/>
              </a:rPr>
              <a:t>Question</a:t>
            </a:r>
            <a:endParaRPr lang="zh-CN" altLang="en-US"/>
          </a:p>
        </p:txBody>
      </p:sp>
      <p:sp>
        <p:nvSpPr>
          <p:cNvPr id="3" name="内容占位符 2"/>
          <p:cNvSpPr>
            <a:spLocks noGrp="1"/>
          </p:cNvSpPr>
          <p:nvPr>
            <p:ph idx="1"/>
          </p:nvPr>
        </p:nvSpPr>
        <p:spPr/>
        <p:txBody>
          <a:bodyPr/>
          <a:p>
            <a:r>
              <a:rPr lang="en-US" altLang="zh-CN"/>
              <a:t>A schedule can be Recoverable but NOT Conflict-Serializable.</a:t>
            </a:r>
            <a:endParaRPr lang="en-US" altLang="zh-CN"/>
          </a:p>
          <a:p>
            <a:endParaRPr lang="en-US" altLang="zh-CN"/>
          </a:p>
          <a:p>
            <a:endParaRPr lang="en-US" altLang="zh-CN"/>
          </a:p>
          <a:p>
            <a:endParaRPr lang="en-US" altLang="zh-CN"/>
          </a:p>
          <a:p>
            <a:r>
              <a:rPr lang="en-US" altLang="zh-CN"/>
              <a:t>Analysis:</a:t>
            </a:r>
            <a:endParaRPr lang="en-US" altLang="zh-CN"/>
          </a:p>
          <a:p>
            <a:pPr lvl="1"/>
            <a:r>
              <a:rPr lang="en-US" altLang="zh-CN" sz="1600"/>
              <a:t>Conflict-Serializable? No. The precedence graph has a cycle (T1 -&gt; T2 -&gt; T1), so it is not equivalent to any serial schedule. The final outcome might be incorrect.</a:t>
            </a:r>
            <a:endParaRPr lang="en-US" altLang="zh-CN" sz="1600"/>
          </a:p>
          <a:p>
            <a:pPr lvl="1"/>
            <a:r>
              <a:rPr lang="en-US" altLang="zh-CN" sz="1600"/>
              <a:t>Recoverable? Yes. Although the result might be wrong, from a recovery perspective, this schedule does not violate the commit-order rule for read-after-write dependencies. Here, T2 writes A, but T1 did not read the A written by T2 (it read the initial A). Thus, there is no "read-dependency" to enforce. Therefore, the abort of either transaction would not cause the other committed transaction to have read its dirty data.</a:t>
            </a:r>
            <a:endParaRPr lang="en-US" altLang="zh-CN" sz="1600"/>
          </a:p>
        </p:txBody>
      </p:sp>
      <p:sp>
        <p:nvSpPr>
          <p:cNvPr id="4" name="文本框 3"/>
          <p:cNvSpPr txBox="1"/>
          <p:nvPr/>
        </p:nvSpPr>
        <p:spPr>
          <a:xfrm>
            <a:off x="1979295" y="1203325"/>
            <a:ext cx="4572000" cy="1276350"/>
          </a:xfrm>
          <a:prstGeom prst="rect">
            <a:avLst/>
          </a:prstGeom>
        </p:spPr>
        <p:style>
          <a:lnRef idx="0">
            <a:srgbClr val="FFFFFF"/>
          </a:lnRef>
          <a:fillRef idx="1">
            <a:schemeClr val="accent1"/>
          </a:fillRef>
          <a:effectRef idx="0">
            <a:srgbClr val="FFFFFF"/>
          </a:effectRef>
          <a:fontRef idx="minor">
            <a:schemeClr val="lt1"/>
          </a:fontRef>
        </p:style>
        <p:txBody>
          <a:bodyPr wrap="square" rtlCol="0" anchor="t">
            <a:spAutoFit/>
          </a:bodyPr>
          <a:p>
            <a:r>
              <a:rPr lang="en-US" altLang="zh-CN"/>
              <a:t>T1          T2</a:t>
            </a:r>
            <a:endParaRPr lang="en-US" altLang="zh-CN"/>
          </a:p>
          <a:p>
            <a:r>
              <a:rPr lang="en-US" altLang="zh-CN"/>
              <a:t>---         ---</a:t>
            </a:r>
            <a:endParaRPr lang="en-US" altLang="zh-CN"/>
          </a:p>
          <a:p>
            <a:r>
              <a:rPr lang="en-US" altLang="zh-CN"/>
              <a:t>read(A)</a:t>
            </a:r>
            <a:endParaRPr lang="en-US" altLang="zh-CN"/>
          </a:p>
          <a:p>
            <a:r>
              <a:rPr lang="en-US" altLang="zh-CN"/>
              <a:t>            write(A)</a:t>
            </a:r>
            <a:endParaRPr lang="en-US" altLang="zh-CN"/>
          </a:p>
          <a:p>
            <a:r>
              <a:rPr lang="en-US" altLang="zh-CN"/>
              <a:t>write(A)</a:t>
            </a:r>
            <a:endParaRPr lang="en-US" altLang="zh-CN"/>
          </a:p>
          <a:p>
            <a:r>
              <a:rPr lang="en-US" altLang="zh-CN"/>
              <a:t>commit</a:t>
            </a:r>
            <a:endParaRPr lang="en-US" altLang="zh-CN"/>
          </a:p>
          <a:p>
            <a:r>
              <a:rPr lang="en-US" altLang="zh-CN"/>
              <a:t>            commit</a:t>
            </a:r>
            <a:endParaRPr lang="zh-CN" alt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7186" name="Rectangle 2"/>
          <p:cNvSpPr>
            <a:spLocks noGrp="1" noChangeArrowheads="1"/>
          </p:cNvSpPr>
          <p:nvPr>
            <p:ph type="title"/>
          </p:nvPr>
        </p:nvSpPr>
        <p:spPr/>
        <p:txBody>
          <a:bodyPr/>
          <a:lstStyle/>
          <a:p>
            <a:pPr>
              <a:defRPr/>
            </a:pPr>
            <a:r>
              <a:rPr lang="en-US">
                <a:effectLst>
                  <a:outerShdw blurRad="38100" dist="38100" dir="2700000" algn="tl">
                    <a:srgbClr val="C0C0C0"/>
                  </a:outerShdw>
                </a:effectLst>
              </a:rPr>
              <a:t>Weak Levels of Consistency</a:t>
            </a:r>
            <a:endParaRPr lang="en-US">
              <a:effectLst>
                <a:outerShdw blurRad="38100" dist="38100" dir="2700000" algn="tl">
                  <a:srgbClr val="C0C0C0"/>
                </a:outerShdw>
              </a:effectLst>
            </a:endParaRPr>
          </a:p>
        </p:txBody>
      </p:sp>
      <p:sp>
        <p:nvSpPr>
          <p:cNvPr id="37891" name="Rectangle 3"/>
          <p:cNvSpPr>
            <a:spLocks noGrp="1" noChangeArrowheads="1"/>
          </p:cNvSpPr>
          <p:nvPr>
            <p:ph idx="1"/>
          </p:nvPr>
        </p:nvSpPr>
        <p:spPr>
          <a:xfrm>
            <a:off x="1649027" y="826873"/>
            <a:ext cx="5812655" cy="4025979"/>
          </a:xfrm>
        </p:spPr>
        <p:txBody>
          <a:bodyPr/>
          <a:lstStyle/>
          <a:p>
            <a:r>
              <a:rPr lang="en-US" altLang="en-US" dirty="0"/>
              <a:t>Some applications are willing to live with weak levels of consistency, allowing schedules that are not serializable</a:t>
            </a:r>
            <a:endParaRPr lang="en-US" altLang="en-US" dirty="0"/>
          </a:p>
          <a:p>
            <a:pPr lvl="1"/>
            <a:r>
              <a:rPr lang="en-US" altLang="en-US" dirty="0"/>
              <a:t>E.g., a read-only transaction that wants to get an approximate total balance of all accounts </a:t>
            </a:r>
            <a:endParaRPr lang="en-US" altLang="en-US" dirty="0"/>
          </a:p>
          <a:p>
            <a:pPr lvl="1"/>
            <a:r>
              <a:rPr lang="en-US" altLang="en-US" dirty="0"/>
              <a:t>E.g., database statistics computed for query optimization can be approximate (why?)</a:t>
            </a:r>
            <a:endParaRPr lang="en-US" altLang="en-US" dirty="0"/>
          </a:p>
          <a:p>
            <a:pPr lvl="1"/>
            <a:r>
              <a:rPr lang="en-US" altLang="en-US" dirty="0"/>
              <a:t>Such transactions need not be serializable with respect to other transactions</a:t>
            </a:r>
            <a:endParaRPr lang="en-US" altLang="en-US" dirty="0"/>
          </a:p>
          <a:p>
            <a:r>
              <a:rPr lang="en-US" altLang="en-US" dirty="0"/>
              <a:t>Tradeoff accuracy for performance</a:t>
            </a:r>
            <a:endParaRPr lang="en-US" altLang="en-US"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6530" name="Rectangle 2"/>
          <p:cNvSpPr>
            <a:spLocks noGrp="1" noChangeArrowheads="1"/>
          </p:cNvSpPr>
          <p:nvPr>
            <p:ph type="title"/>
          </p:nvPr>
        </p:nvSpPr>
        <p:spPr/>
        <p:txBody>
          <a:bodyPr/>
          <a:lstStyle/>
          <a:p>
            <a:pPr>
              <a:defRPr/>
            </a:pPr>
            <a:r>
              <a:rPr lang="en-US">
                <a:effectLst>
                  <a:outerShdw blurRad="38100" dist="38100" dir="2700000" algn="tl">
                    <a:srgbClr val="C0C0C0"/>
                  </a:outerShdw>
                </a:effectLst>
              </a:rPr>
              <a:t>Levels of Consistency in SQL-92</a:t>
            </a:r>
            <a:endParaRPr lang="en-US">
              <a:effectLst>
                <a:outerShdw blurRad="38100" dist="38100" dir="2700000" algn="tl">
                  <a:srgbClr val="C0C0C0"/>
                </a:outerShdw>
              </a:effectLst>
            </a:endParaRPr>
          </a:p>
        </p:txBody>
      </p:sp>
      <p:sp>
        <p:nvSpPr>
          <p:cNvPr id="38915" name="Rectangle 3"/>
          <p:cNvSpPr>
            <a:spLocks noGrp="1" noChangeArrowheads="1"/>
          </p:cNvSpPr>
          <p:nvPr>
            <p:ph idx="1"/>
          </p:nvPr>
        </p:nvSpPr>
        <p:spPr>
          <a:xfrm>
            <a:off x="1642368" y="826873"/>
            <a:ext cx="5779364" cy="4025979"/>
          </a:xfrm>
        </p:spPr>
        <p:txBody>
          <a:bodyPr/>
          <a:lstStyle/>
          <a:p>
            <a:r>
              <a:rPr lang="en-US" altLang="en-US" sz="1400" b="1" dirty="0">
                <a:solidFill>
                  <a:srgbClr val="000099"/>
                </a:solidFill>
              </a:rPr>
              <a:t>Serializable</a:t>
            </a:r>
            <a:r>
              <a:rPr lang="en-US" altLang="en-US" sz="1400" b="1" dirty="0"/>
              <a:t> </a:t>
            </a:r>
            <a:r>
              <a:rPr lang="en-US" altLang="en-US" sz="1400" dirty="0"/>
              <a:t>— default</a:t>
            </a:r>
            <a:endParaRPr lang="en-US" altLang="en-US" sz="1400" dirty="0"/>
          </a:p>
          <a:p>
            <a:r>
              <a:rPr lang="en-US" altLang="en-US" sz="1400" b="1" dirty="0">
                <a:solidFill>
                  <a:srgbClr val="000099"/>
                </a:solidFill>
              </a:rPr>
              <a:t>Repeatable read</a:t>
            </a:r>
            <a:r>
              <a:rPr lang="en-US" altLang="en-US" sz="1400" b="1" dirty="0"/>
              <a:t> </a:t>
            </a:r>
            <a:r>
              <a:rPr lang="en-US" altLang="en-US" sz="1400" dirty="0"/>
              <a:t>—</a:t>
            </a:r>
            <a:r>
              <a:rPr lang="en-US" altLang="en-US" sz="1400" b="1" dirty="0"/>
              <a:t> </a:t>
            </a:r>
            <a:r>
              <a:rPr lang="en-US" altLang="en-US" sz="1400" dirty="0"/>
              <a:t>only committed records to be read. </a:t>
            </a:r>
            <a:endParaRPr lang="en-US" altLang="en-US" sz="1400" dirty="0"/>
          </a:p>
          <a:p>
            <a:pPr lvl="1"/>
            <a:r>
              <a:rPr lang="en-US" altLang="en-US" sz="1400" dirty="0"/>
              <a:t>Repeated reads of same record must return same value.</a:t>
            </a:r>
            <a:endParaRPr lang="en-US" altLang="en-US" sz="1400" dirty="0"/>
          </a:p>
          <a:p>
            <a:pPr lvl="1"/>
            <a:r>
              <a:rPr lang="en-US" altLang="en-US" sz="1400" dirty="0"/>
              <a:t>However, a transaction may not be serializable – it may find some records inserted by a transaction but not find others.</a:t>
            </a:r>
            <a:endParaRPr lang="en-US" altLang="en-US" sz="1400" dirty="0"/>
          </a:p>
          <a:p>
            <a:r>
              <a:rPr lang="en-US" altLang="en-US" sz="1400" b="1" dirty="0">
                <a:solidFill>
                  <a:srgbClr val="000099"/>
                </a:solidFill>
              </a:rPr>
              <a:t>Read committed</a:t>
            </a:r>
            <a:r>
              <a:rPr lang="en-US" altLang="en-US" sz="1400" b="1" dirty="0"/>
              <a:t> </a:t>
            </a:r>
            <a:r>
              <a:rPr lang="en-US" altLang="en-US" sz="1400" dirty="0"/>
              <a:t>—</a:t>
            </a:r>
            <a:r>
              <a:rPr lang="en-US" altLang="en-US" sz="1400" b="1" dirty="0"/>
              <a:t> </a:t>
            </a:r>
            <a:r>
              <a:rPr lang="en-US" altLang="en-US" sz="1400" dirty="0"/>
              <a:t>only committed records can be read.</a:t>
            </a:r>
            <a:endParaRPr lang="en-US" altLang="en-US" sz="1400" dirty="0"/>
          </a:p>
          <a:p>
            <a:pPr lvl="1"/>
            <a:r>
              <a:rPr lang="en-US" altLang="en-US" sz="1400" dirty="0"/>
              <a:t>Successive reads of record may return different (but committed) values.</a:t>
            </a:r>
            <a:endParaRPr lang="en-US" altLang="en-US" sz="1400" dirty="0"/>
          </a:p>
          <a:p>
            <a:r>
              <a:rPr lang="en-US" altLang="en-US" sz="1400" b="1" dirty="0">
                <a:solidFill>
                  <a:srgbClr val="000099"/>
                </a:solidFill>
              </a:rPr>
              <a:t>Read uncommitted</a:t>
            </a:r>
            <a:r>
              <a:rPr lang="en-US" altLang="en-US" sz="1400" dirty="0"/>
              <a:t> —</a:t>
            </a:r>
            <a:r>
              <a:rPr lang="en-US" altLang="en-US" sz="1400" b="1" dirty="0"/>
              <a:t> </a:t>
            </a:r>
            <a:r>
              <a:rPr lang="en-US" altLang="en-US" sz="1400" dirty="0"/>
              <a:t>even uncommitted records may be read. </a:t>
            </a:r>
            <a:endParaRPr lang="en-US" altLang="en-US" sz="1400" b="1" dirty="0"/>
          </a:p>
        </p:txBody>
      </p:sp>
      <p:sp>
        <p:nvSpPr>
          <p:cNvPr id="38916" name="Rectangle 5"/>
          <p:cNvSpPr>
            <a:spLocks noChangeArrowheads="1"/>
          </p:cNvSpPr>
          <p:nvPr/>
        </p:nvSpPr>
        <p:spPr bwMode="auto">
          <a:xfrm>
            <a:off x="1546622" y="3101579"/>
            <a:ext cx="5645944" cy="11072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sz="1600">
                <a:solidFill>
                  <a:schemeClr val="tx1"/>
                </a:solidFill>
                <a:latin typeface="Helvetica" panose="020B0604020202020204" pitchFamily="34" charset="0"/>
                <a:ea typeface="MS PGothic" panose="020B0600070205080204" pitchFamily="34" charset="-128"/>
              </a:defRPr>
            </a:lvl1pPr>
            <a:lvl2pPr marL="742950" indent="-285750">
              <a:defRPr sz="1600">
                <a:solidFill>
                  <a:schemeClr val="tx1"/>
                </a:solidFill>
                <a:latin typeface="Helvetica" panose="020B0604020202020204" pitchFamily="34" charset="0"/>
                <a:ea typeface="MS PGothic" panose="020B0600070205080204" pitchFamily="34" charset="-128"/>
              </a:defRPr>
            </a:lvl2pPr>
            <a:lvl3pPr marL="1143000" indent="-228600">
              <a:defRPr sz="1600">
                <a:solidFill>
                  <a:schemeClr val="tx1"/>
                </a:solidFill>
                <a:latin typeface="Helvetica" panose="020B0604020202020204" pitchFamily="34" charset="0"/>
                <a:ea typeface="MS PGothic" panose="020B0600070205080204" pitchFamily="34" charset="-128"/>
              </a:defRPr>
            </a:lvl3pPr>
            <a:lvl4pPr marL="1600200" indent="-228600">
              <a:defRPr sz="1600">
                <a:solidFill>
                  <a:schemeClr val="tx1"/>
                </a:solidFill>
                <a:latin typeface="Helvetica" panose="020B0604020202020204" pitchFamily="34" charset="0"/>
                <a:ea typeface="MS PGothic" panose="020B0600070205080204" pitchFamily="34" charset="-128"/>
              </a:defRPr>
            </a:lvl4pPr>
            <a:lvl5pPr marL="2057400" indent="-228600">
              <a:defRPr sz="1600">
                <a:solidFill>
                  <a:schemeClr val="tx1"/>
                </a:solidFill>
                <a:latin typeface="Helvetica"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pPr>
              <a:spcBef>
                <a:spcPct val="35000"/>
              </a:spcBef>
              <a:buClr>
                <a:schemeClr val="tx2"/>
              </a:buClr>
              <a:buSzPct val="90000"/>
              <a:buFont typeface="Monotype Sorts" pitchFamily="-65" charset="2"/>
              <a:buChar char="n"/>
            </a:pPr>
            <a:endParaRPr lang="en-US" altLang="en-US" sz="135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6530" name="Rectangle 2"/>
          <p:cNvSpPr>
            <a:spLocks noGrp="1" noChangeArrowheads="1"/>
          </p:cNvSpPr>
          <p:nvPr>
            <p:ph type="title"/>
          </p:nvPr>
        </p:nvSpPr>
        <p:spPr/>
        <p:txBody>
          <a:bodyPr/>
          <a:lstStyle/>
          <a:p>
            <a:pPr>
              <a:defRPr/>
            </a:pPr>
            <a:r>
              <a:rPr lang="en-US" dirty="0">
                <a:effectLst>
                  <a:outerShdw blurRad="38100" dist="38100" dir="2700000" algn="tl">
                    <a:srgbClr val="C0C0C0"/>
                  </a:outerShdw>
                </a:effectLst>
              </a:rPr>
              <a:t>Levels of Consistency</a:t>
            </a:r>
            <a:endParaRPr lang="en-US" dirty="0">
              <a:effectLst>
                <a:outerShdw blurRad="38100" dist="38100" dir="2700000" algn="tl">
                  <a:srgbClr val="C0C0C0"/>
                </a:outerShdw>
              </a:effectLst>
            </a:endParaRPr>
          </a:p>
        </p:txBody>
      </p:sp>
      <p:sp>
        <p:nvSpPr>
          <p:cNvPr id="2" name="Content Placeholder 1"/>
          <p:cNvSpPr>
            <a:spLocks noGrp="1"/>
          </p:cNvSpPr>
          <p:nvPr>
            <p:ph idx="1"/>
          </p:nvPr>
        </p:nvSpPr>
        <p:spPr>
          <a:xfrm>
            <a:off x="1662344" y="826873"/>
            <a:ext cx="5812655" cy="4025979"/>
          </a:xfrm>
        </p:spPr>
        <p:txBody>
          <a:bodyPr/>
          <a:lstStyle/>
          <a:p>
            <a:r>
              <a:rPr lang="en-US" dirty="0"/>
              <a:t>Lower degrees of consistency useful for gathering approximate</a:t>
            </a:r>
            <a:br>
              <a:rPr lang="en-US" dirty="0"/>
            </a:br>
            <a:r>
              <a:rPr lang="en-US" dirty="0"/>
              <a:t>information about the database </a:t>
            </a:r>
            <a:endParaRPr lang="en-US" dirty="0"/>
          </a:p>
          <a:p>
            <a:r>
              <a:rPr lang="en-US" dirty="0"/>
              <a:t>Warning: some database systems do not ensure serializable schedules by default</a:t>
            </a:r>
            <a:endParaRPr lang="en-US" dirty="0"/>
          </a:p>
          <a:p>
            <a:r>
              <a:rPr lang="en-US" dirty="0"/>
              <a:t>E.g., Oracle (and PostgreSQL prior to version 9) by default support a level of consistency called snapshot isolation (not part of the SQL standard)</a:t>
            </a:r>
            <a:endParaRPr lang="en-US" dirty="0"/>
          </a:p>
          <a:p>
            <a:endParaRPr lang="en-IN" dirty="0"/>
          </a:p>
        </p:txBody>
      </p:sp>
      <p:sp>
        <p:nvSpPr>
          <p:cNvPr id="39939" name="Rectangle 5"/>
          <p:cNvSpPr>
            <a:spLocks noChangeArrowheads="1"/>
          </p:cNvSpPr>
          <p:nvPr/>
        </p:nvSpPr>
        <p:spPr bwMode="auto">
          <a:xfrm>
            <a:off x="2003822" y="872729"/>
            <a:ext cx="5254228" cy="21943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sz="1600">
                <a:solidFill>
                  <a:schemeClr val="tx1"/>
                </a:solidFill>
                <a:latin typeface="Helvetica" panose="020B0604020202020204" pitchFamily="34" charset="0"/>
                <a:ea typeface="MS PGothic" panose="020B0600070205080204" pitchFamily="34" charset="-128"/>
              </a:defRPr>
            </a:lvl1pPr>
            <a:lvl2pPr marL="742950" indent="-285750">
              <a:defRPr sz="1600">
                <a:solidFill>
                  <a:schemeClr val="tx1"/>
                </a:solidFill>
                <a:latin typeface="Helvetica" panose="020B0604020202020204" pitchFamily="34" charset="0"/>
                <a:ea typeface="MS PGothic" panose="020B0600070205080204" pitchFamily="34" charset="-128"/>
              </a:defRPr>
            </a:lvl2pPr>
            <a:lvl3pPr marL="1143000" indent="-228600">
              <a:defRPr sz="1600">
                <a:solidFill>
                  <a:schemeClr val="tx1"/>
                </a:solidFill>
                <a:latin typeface="Helvetica" panose="020B0604020202020204" pitchFamily="34" charset="0"/>
                <a:ea typeface="MS PGothic" panose="020B0600070205080204" pitchFamily="34" charset="-128"/>
              </a:defRPr>
            </a:lvl3pPr>
            <a:lvl4pPr marL="1600200" indent="-228600">
              <a:defRPr sz="1600">
                <a:solidFill>
                  <a:schemeClr val="tx1"/>
                </a:solidFill>
                <a:latin typeface="Helvetica" panose="020B0604020202020204" pitchFamily="34" charset="0"/>
                <a:ea typeface="MS PGothic" panose="020B0600070205080204" pitchFamily="34" charset="-128"/>
              </a:defRPr>
            </a:lvl4pPr>
            <a:lvl5pPr marL="2057400" indent="-228600">
              <a:defRPr sz="1600">
                <a:solidFill>
                  <a:schemeClr val="tx1"/>
                </a:solidFill>
                <a:latin typeface="Helvetica"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pPr>
              <a:spcBef>
                <a:spcPct val="35000"/>
              </a:spcBef>
              <a:buClr>
                <a:schemeClr val="tx2"/>
              </a:buClr>
              <a:buSzPct val="90000"/>
              <a:buFont typeface="Monotype Sorts" pitchFamily="-65" charset="2"/>
              <a:buChar char="n"/>
            </a:pPr>
            <a:endParaRPr lang="en-US" altLang="en-US" sz="135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a:t>Question</a:t>
            </a:r>
            <a:endParaRPr lang="en-US" altLang="zh-CN"/>
          </a:p>
        </p:txBody>
      </p:sp>
      <p:sp>
        <p:nvSpPr>
          <p:cNvPr id="3" name="内容占位符 2"/>
          <p:cNvSpPr>
            <a:spLocks noGrp="1"/>
          </p:cNvSpPr>
          <p:nvPr>
            <p:ph idx="1"/>
          </p:nvPr>
        </p:nvSpPr>
        <p:spPr/>
        <p:txBody>
          <a:bodyPr/>
          <a:p>
            <a:r>
              <a:rPr lang="en-US" altLang="zh-CN"/>
              <a:t>If it's not Serializable, does that break conflict serializability?</a:t>
            </a:r>
            <a:endParaRPr lang="en-US" altLang="zh-CN"/>
          </a:p>
          <a:p>
            <a:pPr lvl="1"/>
            <a:r>
              <a:rPr lang="en-US" altLang="zh-CN"/>
              <a:t>If the isolation level is set to a level lower than Serializable (such as Repeatable Read, Read Committed, or Read Uncommitted), then the system allows for non-conflicting serializable scheduling, thus "breaking" conflict-serializable.</a:t>
            </a:r>
            <a:endParaRPr lang="en-US" altLang="zh-CN"/>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5506" name="Rectangle 2"/>
          <p:cNvSpPr>
            <a:spLocks noGrp="1" noChangeArrowheads="1"/>
          </p:cNvSpPr>
          <p:nvPr>
            <p:ph type="title"/>
          </p:nvPr>
        </p:nvSpPr>
        <p:spPr/>
        <p:txBody>
          <a:bodyPr/>
          <a:lstStyle/>
          <a:p>
            <a:pPr>
              <a:defRPr/>
            </a:pPr>
            <a:r>
              <a:rPr lang="en-US">
                <a:effectLst>
                  <a:outerShdw blurRad="38100" dist="38100" dir="2700000" algn="tl">
                    <a:srgbClr val="C0C0C0"/>
                  </a:outerShdw>
                </a:effectLst>
              </a:rPr>
              <a:t>Transaction Definition in SQL</a:t>
            </a:r>
            <a:endParaRPr lang="en-US">
              <a:effectLst>
                <a:outerShdw blurRad="38100" dist="38100" dir="2700000" algn="tl">
                  <a:srgbClr val="C0C0C0"/>
                </a:outerShdw>
              </a:effectLst>
            </a:endParaRPr>
          </a:p>
        </p:txBody>
      </p:sp>
      <p:sp>
        <p:nvSpPr>
          <p:cNvPr id="40963" name="Rectangle 3"/>
          <p:cNvSpPr>
            <a:spLocks noGrp="1" noChangeArrowheads="1"/>
          </p:cNvSpPr>
          <p:nvPr>
            <p:ph idx="1"/>
          </p:nvPr>
        </p:nvSpPr>
        <p:spPr>
          <a:xfrm>
            <a:off x="1622394" y="826873"/>
            <a:ext cx="5945819" cy="4025979"/>
          </a:xfrm>
        </p:spPr>
        <p:txBody>
          <a:bodyPr/>
          <a:lstStyle/>
          <a:p>
            <a:r>
              <a:rPr lang="en-US" altLang="en-US" sz="1200" dirty="0"/>
              <a:t>In SQL, a transaction begins implicitly.</a:t>
            </a:r>
            <a:endParaRPr lang="en-US" altLang="en-US" sz="1200" dirty="0"/>
          </a:p>
          <a:p>
            <a:r>
              <a:rPr lang="en-US" altLang="en-US" sz="1200" dirty="0"/>
              <a:t>A transaction in SQL ends by:</a:t>
            </a:r>
            <a:endParaRPr lang="en-US" altLang="en-US" sz="1200" dirty="0"/>
          </a:p>
          <a:p>
            <a:pPr lvl="1"/>
            <a:r>
              <a:rPr lang="en-US" altLang="en-US" sz="1200" b="1" dirty="0"/>
              <a:t>Commit work</a:t>
            </a:r>
            <a:r>
              <a:rPr lang="en-US" altLang="en-US" sz="1200" dirty="0"/>
              <a:t> commits current transaction and begins a new one.</a:t>
            </a:r>
            <a:endParaRPr lang="en-US" altLang="en-US" sz="1200" dirty="0"/>
          </a:p>
          <a:p>
            <a:pPr lvl="1"/>
            <a:r>
              <a:rPr lang="en-US" altLang="en-US" sz="1200" b="1" dirty="0"/>
              <a:t>Rollback work</a:t>
            </a:r>
            <a:r>
              <a:rPr lang="en-US" altLang="en-US" sz="1200" dirty="0"/>
              <a:t> causes current transaction to abort.</a:t>
            </a:r>
            <a:endParaRPr lang="en-US" altLang="en-US" sz="1200" dirty="0"/>
          </a:p>
          <a:p>
            <a:r>
              <a:rPr lang="en-US" altLang="en-US" sz="1200" dirty="0"/>
              <a:t>In almost all database systems, by default, every SQL statement also commits implicitly if it executes successfully</a:t>
            </a:r>
            <a:endParaRPr lang="en-US" altLang="en-US" sz="1200" dirty="0"/>
          </a:p>
          <a:p>
            <a:pPr lvl="1"/>
            <a:r>
              <a:rPr lang="en-US" altLang="en-US" sz="1200" dirty="0"/>
              <a:t>Implicit commit can be turned off by a database directive</a:t>
            </a:r>
            <a:endParaRPr lang="en-US" altLang="en-US" sz="1200" dirty="0"/>
          </a:p>
          <a:p>
            <a:pPr lvl="2"/>
            <a:r>
              <a:rPr lang="en-US" altLang="en-US" sz="1200" dirty="0"/>
              <a:t>E.g., in JDBC -- </a:t>
            </a:r>
            <a:r>
              <a:rPr lang="en-US" altLang="en-US" sz="1200" dirty="0" err="1"/>
              <a:t>connection.setAutoCommit</a:t>
            </a:r>
            <a:r>
              <a:rPr lang="en-US" altLang="en-US" sz="1200" dirty="0"/>
              <a:t>(false);</a:t>
            </a:r>
            <a:endParaRPr lang="en-US" altLang="en-US" sz="1200" dirty="0"/>
          </a:p>
          <a:p>
            <a:r>
              <a:rPr lang="en-US" altLang="en-US" sz="1200" dirty="0"/>
              <a:t>Isolation level can be set at database level</a:t>
            </a:r>
            <a:endParaRPr lang="en-US" altLang="en-US" sz="1200" dirty="0"/>
          </a:p>
          <a:p>
            <a:r>
              <a:rPr lang="en-US" altLang="en-US" sz="1200" dirty="0"/>
              <a:t>Isolation level can be changed at start of transaction</a:t>
            </a:r>
            <a:endParaRPr lang="en-US" altLang="en-US" sz="1200" dirty="0"/>
          </a:p>
          <a:p>
            <a:pPr lvl="2"/>
            <a:r>
              <a:rPr lang="en-US" altLang="en-US" sz="1200" dirty="0"/>
              <a:t>E.g.  In SQL </a:t>
            </a:r>
            <a:r>
              <a:rPr lang="en-US" altLang="en-US" sz="1200" b="1" dirty="0"/>
              <a:t>set transaction isolation level serializable</a:t>
            </a:r>
            <a:endParaRPr lang="en-US" altLang="en-US" sz="1200" b="1" dirty="0"/>
          </a:p>
          <a:p>
            <a:pPr lvl="2"/>
            <a:r>
              <a:rPr lang="en-US" altLang="en-US" sz="1200" dirty="0"/>
              <a:t>E.g. in JDBC --  </a:t>
            </a:r>
            <a:r>
              <a:rPr lang="en-US" altLang="en-US" sz="1200" dirty="0" err="1"/>
              <a:t>connection.setTransactionIsolation</a:t>
            </a:r>
            <a:r>
              <a:rPr lang="en-US" altLang="en-US" sz="1200" dirty="0"/>
              <a:t>(      </a:t>
            </a:r>
            <a:br>
              <a:rPr lang="en-US" altLang="en-US" sz="1200" dirty="0"/>
            </a:br>
            <a:r>
              <a:rPr lang="en-US" altLang="en-US" sz="1200" dirty="0"/>
              <a:t>                                     </a:t>
            </a:r>
            <a:r>
              <a:rPr lang="en-US" altLang="en-US" sz="1200" dirty="0" err="1"/>
              <a:t>Connection.TRANSACTION_SERIALIZABLE</a:t>
            </a:r>
            <a:r>
              <a:rPr lang="en-US" altLang="en-US" sz="1200" dirty="0"/>
              <a:t>)</a:t>
            </a:r>
            <a:endParaRPr lang="en-US" altLang="en-US" sz="12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Implementation of Isolation Levels</a:t>
            </a:r>
            <a:endParaRPr lang="en-IN" dirty="0"/>
          </a:p>
        </p:txBody>
      </p:sp>
      <p:sp>
        <p:nvSpPr>
          <p:cNvPr id="3" name="Content Placeholder 2"/>
          <p:cNvSpPr>
            <a:spLocks noGrp="1"/>
          </p:cNvSpPr>
          <p:nvPr>
            <p:ph idx="1"/>
          </p:nvPr>
        </p:nvSpPr>
        <p:spPr>
          <a:xfrm>
            <a:off x="1649027" y="826873"/>
            <a:ext cx="5805997" cy="4025979"/>
          </a:xfrm>
        </p:spPr>
        <p:txBody>
          <a:bodyPr/>
          <a:lstStyle/>
          <a:p>
            <a:r>
              <a:rPr lang="en-IN" dirty="0" smtClean="0"/>
              <a:t>Locking</a:t>
            </a:r>
            <a:endParaRPr lang="en-IN" dirty="0"/>
          </a:p>
          <a:p>
            <a:pPr lvl="1"/>
            <a:r>
              <a:rPr lang="en-IN" dirty="0"/>
              <a:t>Lock on whole database vs lock on items</a:t>
            </a:r>
            <a:endParaRPr lang="en-IN" dirty="0"/>
          </a:p>
          <a:p>
            <a:pPr lvl="1"/>
            <a:r>
              <a:rPr lang="en-IN" dirty="0"/>
              <a:t>How long to hold lock?</a:t>
            </a:r>
            <a:endParaRPr lang="en-IN" dirty="0"/>
          </a:p>
          <a:p>
            <a:pPr lvl="1"/>
            <a:r>
              <a:rPr lang="en-IN" dirty="0"/>
              <a:t>Shared vs exclusive locks</a:t>
            </a:r>
            <a:endParaRPr lang="en-IN" dirty="0"/>
          </a:p>
          <a:p>
            <a:r>
              <a:rPr lang="en-IN" dirty="0"/>
              <a:t>Timestamps</a:t>
            </a:r>
            <a:endParaRPr lang="en-IN" dirty="0"/>
          </a:p>
          <a:p>
            <a:pPr lvl="1"/>
            <a:r>
              <a:rPr lang="en-IN" dirty="0"/>
              <a:t>Transaction timestamp assigned e.g. when a transaction begins</a:t>
            </a:r>
            <a:endParaRPr lang="en-IN" dirty="0"/>
          </a:p>
          <a:p>
            <a:pPr lvl="1"/>
            <a:r>
              <a:rPr lang="en-IN" dirty="0"/>
              <a:t>Data items store two timestamps</a:t>
            </a:r>
            <a:endParaRPr lang="en-IN" dirty="0"/>
          </a:p>
          <a:p>
            <a:pPr lvl="2"/>
            <a:r>
              <a:rPr lang="en-IN" dirty="0"/>
              <a:t>Read timestamp</a:t>
            </a:r>
            <a:endParaRPr lang="en-IN" dirty="0"/>
          </a:p>
          <a:p>
            <a:pPr lvl="2"/>
            <a:r>
              <a:rPr lang="en-IN" dirty="0"/>
              <a:t>Write timestamp</a:t>
            </a:r>
            <a:endParaRPr lang="en-IN" dirty="0"/>
          </a:p>
          <a:p>
            <a:pPr lvl="1"/>
            <a:r>
              <a:rPr lang="en-IN" dirty="0"/>
              <a:t>Timestamps are used to detect out of order accesses</a:t>
            </a:r>
            <a:endParaRPr lang="en-IN" dirty="0"/>
          </a:p>
          <a:p>
            <a:r>
              <a:rPr lang="en-IN" dirty="0"/>
              <a:t>Multiple versions of each data item</a:t>
            </a:r>
            <a:endParaRPr lang="en-IN" dirty="0"/>
          </a:p>
          <a:p>
            <a:pPr lvl="1"/>
            <a:r>
              <a:rPr lang="en-IN" dirty="0"/>
              <a:t>Allow transactions to read from a “snapshot” of the database</a:t>
            </a:r>
            <a:endParaRPr lang="en-IN"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Transactions as SQL Statements</a:t>
            </a:r>
            <a:endParaRPr lang="en-IN" dirty="0"/>
          </a:p>
        </p:txBody>
      </p:sp>
      <p:sp>
        <p:nvSpPr>
          <p:cNvPr id="3" name="Content Placeholder 2"/>
          <p:cNvSpPr>
            <a:spLocks noGrp="1"/>
          </p:cNvSpPr>
          <p:nvPr>
            <p:ph idx="1"/>
          </p:nvPr>
        </p:nvSpPr>
        <p:spPr>
          <a:xfrm>
            <a:off x="1615736" y="752330"/>
            <a:ext cx="6161426" cy="4025979"/>
          </a:xfrm>
        </p:spPr>
        <p:txBody>
          <a:bodyPr/>
          <a:lstStyle/>
          <a:p>
            <a:r>
              <a:rPr lang="en-IN" sz="1200" dirty="0"/>
              <a:t>E.g</a:t>
            </a:r>
            <a:r>
              <a:rPr lang="en-IN" sz="1200" dirty="0" smtClean="0"/>
              <a:t>., </a:t>
            </a:r>
            <a:r>
              <a:rPr lang="en-IN" sz="1200" dirty="0"/>
              <a:t>Transaction 1:</a:t>
            </a:r>
            <a:br>
              <a:rPr lang="en-IN" sz="1200" dirty="0"/>
            </a:br>
            <a:r>
              <a:rPr lang="en-IN" sz="800" dirty="0"/>
              <a:t>   </a:t>
            </a:r>
            <a:r>
              <a:rPr lang="en-IN" sz="1200" b="1" dirty="0"/>
              <a:t>select</a:t>
            </a:r>
            <a:r>
              <a:rPr lang="en-IN" sz="1200" dirty="0"/>
              <a:t> </a:t>
            </a:r>
            <a:r>
              <a:rPr lang="en-IN" sz="1200" i="1" dirty="0"/>
              <a:t>ID, name  </a:t>
            </a:r>
            <a:r>
              <a:rPr lang="en-IN" sz="1200" dirty="0"/>
              <a:t> </a:t>
            </a:r>
            <a:r>
              <a:rPr lang="en-IN" sz="1200" b="1" dirty="0"/>
              <a:t>from  </a:t>
            </a:r>
            <a:r>
              <a:rPr lang="en-IN" sz="1200" i="1" dirty="0"/>
              <a:t>instructor   </a:t>
            </a:r>
            <a:r>
              <a:rPr lang="en-IN" sz="1200" b="1" dirty="0"/>
              <a:t>where</a:t>
            </a:r>
            <a:r>
              <a:rPr lang="en-IN" sz="1200" dirty="0"/>
              <a:t> </a:t>
            </a:r>
            <a:r>
              <a:rPr lang="en-IN" sz="1200" i="1" dirty="0"/>
              <a:t>salary</a:t>
            </a:r>
            <a:r>
              <a:rPr lang="en-IN" sz="1200" dirty="0"/>
              <a:t> &gt; 90000</a:t>
            </a:r>
            <a:endParaRPr lang="en-IN" sz="800" dirty="0"/>
          </a:p>
          <a:p>
            <a:r>
              <a:rPr lang="en-IN" sz="1200" dirty="0" smtClean="0"/>
              <a:t>E.g., Transaction </a:t>
            </a:r>
            <a:r>
              <a:rPr lang="en-IN" sz="1200" dirty="0"/>
              <a:t>2:</a:t>
            </a:r>
            <a:br>
              <a:rPr lang="en-IN" sz="1200" dirty="0"/>
            </a:br>
            <a:r>
              <a:rPr lang="en-IN" sz="1200" dirty="0"/>
              <a:t>   </a:t>
            </a:r>
            <a:r>
              <a:rPr lang="en-IN" sz="1200" b="1" dirty="0"/>
              <a:t>insert into</a:t>
            </a:r>
            <a:r>
              <a:rPr lang="en-IN" sz="1200" dirty="0"/>
              <a:t> </a:t>
            </a:r>
            <a:r>
              <a:rPr lang="en-IN" sz="1200" i="1" dirty="0"/>
              <a:t>instructor</a:t>
            </a:r>
            <a:r>
              <a:rPr lang="en-IN" sz="1200" dirty="0"/>
              <a:t> </a:t>
            </a:r>
            <a:r>
              <a:rPr lang="en-IN" sz="1200" b="1" dirty="0"/>
              <a:t>values</a:t>
            </a:r>
            <a:r>
              <a:rPr lang="en-IN" sz="1200" dirty="0"/>
              <a:t> ('11111', 'James', 'Marketing', 100000)</a:t>
            </a:r>
            <a:endParaRPr lang="en-IN" sz="1200" dirty="0"/>
          </a:p>
          <a:p>
            <a:r>
              <a:rPr lang="en-IN" sz="1200" dirty="0"/>
              <a:t>Suppose </a:t>
            </a:r>
            <a:endParaRPr lang="en-IN" sz="1200" dirty="0"/>
          </a:p>
          <a:p>
            <a:pPr lvl="1"/>
            <a:r>
              <a:rPr lang="en-IN" sz="1200" dirty="0"/>
              <a:t>T1 starts, finds tuples salary &gt; 90000 using index and locks them</a:t>
            </a:r>
            <a:endParaRPr lang="en-IN" sz="1200" dirty="0"/>
          </a:p>
          <a:p>
            <a:pPr lvl="1"/>
            <a:r>
              <a:rPr lang="en-IN" sz="1200" dirty="0"/>
              <a:t>And then T2 executes.  </a:t>
            </a:r>
            <a:endParaRPr lang="en-IN" sz="1200" dirty="0"/>
          </a:p>
          <a:p>
            <a:pPr lvl="1"/>
            <a:r>
              <a:rPr lang="en-IN" sz="1200" dirty="0"/>
              <a:t>Do T1 and T2 conflict?  Does tuple level locking detect the conflict?</a:t>
            </a:r>
            <a:endParaRPr lang="en-IN" sz="1200" dirty="0"/>
          </a:p>
          <a:p>
            <a:pPr lvl="1"/>
            <a:r>
              <a:rPr lang="en-IN" sz="1200" dirty="0"/>
              <a:t>Instance of the </a:t>
            </a:r>
            <a:r>
              <a:rPr lang="en-IN" sz="1200" b="1" dirty="0">
                <a:solidFill>
                  <a:srgbClr val="002060"/>
                </a:solidFill>
              </a:rPr>
              <a:t>phantom phenomenon</a:t>
            </a:r>
            <a:endParaRPr lang="en-IN" sz="1200" b="1" dirty="0">
              <a:solidFill>
                <a:srgbClr val="002060"/>
              </a:solidFill>
            </a:endParaRPr>
          </a:p>
          <a:p>
            <a:r>
              <a:rPr lang="en-IN" sz="1200" dirty="0"/>
              <a:t>Also consider T3 below, with Wu’s salary = 90000 </a:t>
            </a:r>
            <a:br>
              <a:rPr lang="en-IN" sz="1200" dirty="0"/>
            </a:br>
            <a:r>
              <a:rPr lang="en-IN" sz="800" dirty="0"/>
              <a:t>    </a:t>
            </a:r>
            <a:r>
              <a:rPr lang="en-IN" sz="800" b="1" dirty="0"/>
              <a:t>update</a:t>
            </a:r>
            <a:r>
              <a:rPr lang="en-IN" sz="800" dirty="0"/>
              <a:t> </a:t>
            </a:r>
            <a:r>
              <a:rPr lang="en-IN" sz="800" i="1" dirty="0"/>
              <a:t>instructor</a:t>
            </a:r>
            <a:br>
              <a:rPr lang="en-IN" sz="800" dirty="0"/>
            </a:br>
            <a:r>
              <a:rPr lang="en-IN" sz="800" dirty="0"/>
              <a:t>    </a:t>
            </a:r>
            <a:r>
              <a:rPr lang="en-IN" sz="800" b="1" dirty="0"/>
              <a:t>set</a:t>
            </a:r>
            <a:r>
              <a:rPr lang="en-IN" sz="800" dirty="0"/>
              <a:t> </a:t>
            </a:r>
            <a:r>
              <a:rPr lang="en-IN" sz="800" i="1" dirty="0"/>
              <a:t>salary</a:t>
            </a:r>
            <a:r>
              <a:rPr lang="en-IN" sz="800" dirty="0"/>
              <a:t> = </a:t>
            </a:r>
            <a:r>
              <a:rPr lang="en-IN" sz="800" i="1" dirty="0"/>
              <a:t>salary</a:t>
            </a:r>
            <a:r>
              <a:rPr lang="en-IN" sz="800" dirty="0"/>
              <a:t> * 1.1</a:t>
            </a:r>
            <a:br>
              <a:rPr lang="en-IN" sz="800" dirty="0"/>
            </a:br>
            <a:r>
              <a:rPr lang="en-IN" sz="800" dirty="0"/>
              <a:t>    </a:t>
            </a:r>
            <a:r>
              <a:rPr lang="en-IN" sz="800" b="1" dirty="0"/>
              <a:t>where</a:t>
            </a:r>
            <a:r>
              <a:rPr lang="en-IN" sz="800" dirty="0"/>
              <a:t> </a:t>
            </a:r>
            <a:r>
              <a:rPr lang="en-IN" sz="800" i="1" dirty="0"/>
              <a:t>name</a:t>
            </a:r>
            <a:r>
              <a:rPr lang="en-IN" sz="800" dirty="0"/>
              <a:t> = 'Wu’ </a:t>
            </a:r>
            <a:endParaRPr lang="en-IN" sz="800" dirty="0"/>
          </a:p>
          <a:p>
            <a:r>
              <a:rPr lang="en-IN" sz="1200" dirty="0"/>
              <a:t>Key idea:  Detect “</a:t>
            </a:r>
            <a:r>
              <a:rPr lang="en-IN" sz="1200" b="1" dirty="0">
                <a:solidFill>
                  <a:srgbClr val="002060"/>
                </a:solidFill>
              </a:rPr>
              <a:t>predicate</a:t>
            </a:r>
            <a:r>
              <a:rPr lang="en-IN" sz="1200" dirty="0"/>
              <a:t>” conflicts, and use some form of  “</a:t>
            </a:r>
            <a:r>
              <a:rPr lang="en-IN" sz="1200" b="1" dirty="0">
                <a:solidFill>
                  <a:srgbClr val="002060"/>
                </a:solidFill>
              </a:rPr>
              <a:t>predicate locking</a:t>
            </a:r>
            <a:r>
              <a:rPr lang="en-IN" sz="1200" dirty="0"/>
              <a:t>”</a:t>
            </a:r>
            <a:endParaRPr lang="en-IN" sz="12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a:t>Reading&amp;Demo</a:t>
            </a:r>
            <a:endParaRPr lang="en-US" altLang="zh-CN"/>
          </a:p>
        </p:txBody>
      </p:sp>
      <p:sp>
        <p:nvSpPr>
          <p:cNvPr id="3" name="内容占位符 2"/>
          <p:cNvSpPr>
            <a:spLocks noGrp="1"/>
          </p:cNvSpPr>
          <p:nvPr>
            <p:ph idx="1"/>
          </p:nvPr>
        </p:nvSpPr>
        <p:spPr/>
        <p:txBody>
          <a:bodyPr/>
          <a:p>
            <a:r>
              <a:rPr lang="en-US" altLang="zh-CN"/>
              <a:t>https://www.thenile.dev/blog/transaction-isolation-postgres</a:t>
            </a:r>
            <a:endParaRPr lang="en-US" altLang="zh-CN"/>
          </a:p>
        </p:txBody>
      </p:sp>
      <p:grpSp>
        <p:nvGrpSpPr>
          <p:cNvPr id="5" name="组合 4"/>
          <p:cNvGrpSpPr/>
          <p:nvPr/>
        </p:nvGrpSpPr>
        <p:grpSpPr>
          <a:xfrm>
            <a:off x="3491865" y="1924050"/>
            <a:ext cx="723265" cy="955040"/>
            <a:chOff x="737" y="4617"/>
            <a:chExt cx="1139" cy="1504"/>
          </a:xfrm>
        </p:grpSpPr>
        <p:pic>
          <p:nvPicPr>
            <p:cNvPr id="6" name="Picture 101"/>
            <p:cNvPicPr/>
            <p:nvPr/>
          </p:nvPicPr>
          <p:blipFill>
            <a:blip r:embed="rId1"/>
            <a:stretch>
              <a:fillRect/>
            </a:stretch>
          </p:blipFill>
          <p:spPr>
            <a:xfrm>
              <a:off x="737" y="4617"/>
              <a:ext cx="1139" cy="1139"/>
            </a:xfrm>
            <a:prstGeom prst="rect">
              <a:avLst/>
            </a:prstGeom>
            <a:noFill/>
            <a:ln w="9525">
              <a:noFill/>
            </a:ln>
          </p:spPr>
        </p:pic>
        <p:sp>
          <p:nvSpPr>
            <p:cNvPr id="7" name="文本框 6"/>
            <p:cNvSpPr txBox="1"/>
            <p:nvPr/>
          </p:nvSpPr>
          <p:spPr>
            <a:xfrm>
              <a:off x="748" y="5638"/>
              <a:ext cx="1110" cy="483"/>
            </a:xfrm>
            <a:prstGeom prst="rect">
              <a:avLst/>
            </a:prstGeom>
            <a:noFill/>
          </p:spPr>
          <p:txBody>
            <a:bodyPr wrap="square" rtlCol="0">
              <a:spAutoFit/>
            </a:bodyPr>
            <a:p>
              <a:pPr algn="ctr"/>
              <a:r>
                <a:rPr lang="en-US" altLang="zh-CN" sz="1400"/>
                <a:t>1-3</a:t>
              </a:r>
              <a:endParaRPr lang="en-US" altLang="zh-CN" sz="1400"/>
            </a:p>
          </p:txBody>
        </p:sp>
      </p:grpSp>
    </p:spTree>
  </p:cSld>
  <p:clrMapOvr>
    <a:masterClrMapping/>
  </p:clrMapOvr>
</p:sld>
</file>

<file path=ppt/tags/tag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Lst>
</file>

<file path=ppt/tags/tag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Lst>
</file>

<file path=ppt/tags/tag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Lst>
</file>

<file path=ppt/tags/tag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Lst>
</file>

<file path=ppt/tags/tag5.xml><?xml version="1.0" encoding="utf-8"?>
<p:tagLst xmlns:p="http://schemas.openxmlformats.org/presentationml/2006/main">
  <p:tag name="KSO_WM_DIAGRAM_VIRTUALLY_FRAME" val="{&quot;height&quot;:222.16850393700787,&quot;left&quot;:176.49999999999994,&quot;top&quot;:129.93732283464567,&quot;width&quot;:401.75000000000006}"/>
</p:tagLst>
</file>

<file path=ppt/tags/tag6.xml><?xml version="1.0" encoding="utf-8"?>
<p:tagLst xmlns:p="http://schemas.openxmlformats.org/presentationml/2006/main">
  <p:tag name="KSO_WM_DIAGRAM_VIRTUALLY_FRAME" val="{&quot;height&quot;:222.16850393700787,&quot;left&quot;:176.49999999999994,&quot;top&quot;:129.93732283464567,&quot;width&quot;:401.75000000000006}"/>
</p:tagLst>
</file>

<file path=ppt/tags/tag7.xml><?xml version="1.0" encoding="utf-8"?>
<p:tagLst xmlns:p="http://schemas.openxmlformats.org/presentationml/2006/main">
  <p:tag name="KSO_WM_DIAGRAM_VIRTUALLY_FRAME" val="{&quot;height&quot;:222.16850393700787,&quot;left&quot;:176.49999999999994,&quot;top&quot;:129.93732283464567,&quot;width&quot;:401.75000000000006}"/>
</p:tagLst>
</file>

<file path=ppt/tags/tag8.xml><?xml version="1.0" encoding="utf-8"?>
<p:tagLst xmlns:p="http://schemas.openxmlformats.org/presentationml/2006/main">
  <p:tag name="KSO_WM_DIAGRAM_VIRTUALLY_FRAME" val="{&quot;height&quot;:222.16850393700787,&quot;left&quot;:176.49999999999994,&quot;top&quot;:129.93732283464567,&quot;width&quot;:401.75000000000006}"/>
</p:tagLst>
</file>

<file path=ppt/tags/tag9.xml><?xml version="1.0" encoding="utf-8"?>
<p:tagLst xmlns:p="http://schemas.openxmlformats.org/presentationml/2006/main">
  <p:tag name="COMMONDATA" val="eyJoZGlkIjoiNTdiYTc4YjQwNjJlY2Q3MjUyYzQxMGNmZGE3NjA0ZDIifQ=="/>
  <p:tag name="resource_record_key" val="{&quot;29&quot;:[50000049]}"/>
</p:tagLst>
</file>

<file path=ppt/theme/theme1.xml><?xml version="1.0" encoding="utf-8"?>
<a:theme xmlns:a="http://schemas.openxmlformats.org/drawingml/2006/main" name="23_ClassicWhite">
  <a:themeElements>
    <a:clrScheme name="">
      <a:dk1>
        <a:srgbClr val="000000"/>
      </a:dk1>
      <a:lt1>
        <a:srgbClr val="FFFFFF"/>
      </a:lt1>
      <a:dk2>
        <a:srgbClr val="5E5E5E"/>
      </a:dk2>
      <a:lt2>
        <a:srgbClr val="D5D5D5"/>
      </a:lt2>
      <a:accent1>
        <a:srgbClr val="3E74D1"/>
      </a:accent1>
      <a:accent2>
        <a:srgbClr val="33C5B9"/>
      </a:accent2>
      <a:accent3>
        <a:srgbClr val="FFFFFF"/>
      </a:accent3>
      <a:accent4>
        <a:srgbClr val="000000"/>
      </a:accent4>
      <a:accent5>
        <a:srgbClr val="AFBCE5"/>
      </a:accent5>
      <a:accent6>
        <a:srgbClr val="2DB2A7"/>
      </a:accent6>
      <a:hlink>
        <a:srgbClr val="0000FF"/>
      </a:hlink>
      <a:folHlink>
        <a:srgbClr val="FF00FF"/>
      </a:folHlink>
    </a:clrScheme>
    <a:fontScheme name="23_ClassicWhite">
      <a:majorFont>
        <a:latin typeface="Helvetica"/>
        <a:ea typeface="Helvetica"/>
        <a:cs typeface="Helvetica"/>
      </a:majorFont>
      <a:minorFont>
        <a:latin typeface="Helvetica"/>
        <a:ea typeface="Helvetica"/>
        <a:cs typeface="Helvetic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solidFill>
          <a:srgbClr val="000000"/>
        </a:solidFill>
        <a:ln w="25400" cap="flat" cmpd="sng" algn="ctr">
          <a:solidFill>
            <a:srgbClr val="000000"/>
          </a:solidFill>
          <a:prstDash val="solid"/>
          <a:miter lim="400000"/>
          <a:headEnd type="none" w="med" len="med"/>
          <a:tailEnd type="none" w="med" len="med"/>
        </a:ln>
      </a:spPr>
      <a:bodyPr vert="horz" wrap="square" lIns="50800" tIns="50800" rIns="50800" bIns="50800" numCol="1" anchor="ctr" anchorCtr="0" compatLnSpc="1">
        <a:spAutoFit/>
      </a:bodyPr>
      <a:lstStyle>
        <a:defPPr marL="0" marR="0" indent="0" algn="ctr" defTabSz="1733550" rtl="0" eaLnBrk="1" fontAlgn="base" latinLnBrk="0" hangingPunct="0">
          <a:lnSpc>
            <a:spcPct val="90000"/>
          </a:lnSpc>
          <a:spcBef>
            <a:spcPct val="0"/>
          </a:spcBef>
          <a:spcAft>
            <a:spcPct val="0"/>
          </a:spcAft>
          <a:buClrTx/>
          <a:buSzTx/>
          <a:buFontTx/>
          <a:buNone/>
          <a:defRPr kumimoji="0" lang="en-US" altLang="en-US" sz="1600" b="0" i="0" u="none" strike="noStrike" cap="none" normalizeH="0" baseline="0" smtClean="0">
            <a:ln>
              <a:noFill/>
            </a:ln>
            <a:solidFill>
              <a:srgbClr val="000000"/>
            </a:solidFill>
            <a:effectLst/>
            <a:latin typeface="Canela Text Regular" charset="0"/>
            <a:ea typeface="Canela Text Regular" charset="0"/>
            <a:cs typeface="Canela Text Regular" charset="0"/>
            <a:sym typeface="Canela Text Regular" charset="0"/>
          </a:defRPr>
        </a:defPPr>
      </a:lstStyle>
    </a:spDef>
    <a:lnDef>
      <a:spPr bwMode="auto">
        <a:xfrm>
          <a:off x="0" y="0"/>
          <a:ext cx="1" cy="1"/>
        </a:xfrm>
        <a:custGeom>
          <a:avLst/>
          <a:gdLst/>
          <a:ahLst/>
          <a:cxnLst/>
          <a:rect l="0" t="0" r="0" b="0"/>
          <a:pathLst/>
        </a:custGeom>
        <a:solidFill>
          <a:srgbClr val="000000"/>
        </a:solidFill>
        <a:ln w="25400" cap="flat" cmpd="sng" algn="ctr">
          <a:solidFill>
            <a:srgbClr val="000000"/>
          </a:solidFill>
          <a:prstDash val="solid"/>
          <a:miter lim="400000"/>
          <a:headEnd type="none" w="med" len="med"/>
          <a:tailEnd type="none" w="med" len="med"/>
        </a:ln>
      </a:spPr>
      <a:bodyPr vert="horz" wrap="square" lIns="50800" tIns="50800" rIns="50800" bIns="50800" numCol="1" anchor="ctr" anchorCtr="0" compatLnSpc="1">
        <a:spAutoFit/>
      </a:bodyPr>
      <a:lstStyle>
        <a:defPPr marL="0" marR="0" indent="0" algn="ctr" defTabSz="1733550" rtl="0" eaLnBrk="1" fontAlgn="base" latinLnBrk="0" hangingPunct="0">
          <a:lnSpc>
            <a:spcPct val="90000"/>
          </a:lnSpc>
          <a:spcBef>
            <a:spcPct val="0"/>
          </a:spcBef>
          <a:spcAft>
            <a:spcPct val="0"/>
          </a:spcAft>
          <a:buClrTx/>
          <a:buSzTx/>
          <a:buFontTx/>
          <a:buNone/>
          <a:defRPr kumimoji="0" lang="en-US" altLang="en-US" sz="1600" b="0" i="0" u="none" strike="noStrike" cap="none" normalizeH="0" baseline="0" smtClean="0">
            <a:ln>
              <a:noFill/>
            </a:ln>
            <a:solidFill>
              <a:srgbClr val="000000"/>
            </a:solidFill>
            <a:effectLst/>
            <a:latin typeface="Canela Text Regular" charset="0"/>
            <a:ea typeface="Canela Text Regular" charset="0"/>
            <a:cs typeface="Canela Text Regular" charset="0"/>
            <a:sym typeface="Canela Text Regular" charset="0"/>
          </a:defRPr>
        </a:defPPr>
      </a:lstStyle>
    </a:lnDef>
  </a:objectDefaul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
      <a:dk1>
        <a:srgbClr val="000000"/>
      </a:dk1>
      <a:lt1>
        <a:srgbClr val="FFFFFF"/>
      </a:lt1>
      <a:dk2>
        <a:srgbClr val="5E5E5E"/>
      </a:dk2>
      <a:lt2>
        <a:srgbClr val="D5D5D5"/>
      </a:lt2>
      <a:accent1>
        <a:srgbClr val="3E74D1"/>
      </a:accent1>
      <a:accent2>
        <a:srgbClr val="33C5B9"/>
      </a:accent2>
      <a:accent3>
        <a:srgbClr val="FFFFFF"/>
      </a:accent3>
      <a:accent4>
        <a:srgbClr val="000000"/>
      </a:accent4>
      <a:accent5>
        <a:srgbClr val="AFBCE5"/>
      </a:accent5>
      <a:accent6>
        <a:srgbClr val="2DB2A7"/>
      </a:accent6>
      <a:hlink>
        <a:srgbClr val="0000FF"/>
      </a:hlink>
      <a:folHlink>
        <a:srgbClr val="FF00FF"/>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 2013 - 2022</Template>
  <TotalTime>0</TotalTime>
  <Words>23551</Words>
  <Application>WPS 演示</Application>
  <PresentationFormat>全屏显示(16:9)</PresentationFormat>
  <Paragraphs>545</Paragraphs>
  <Slides>50</Slides>
  <Notes>12</Notes>
  <HiddenSlides>0</HiddenSlides>
  <MMClips>0</MMClips>
  <ScaleCrop>false</ScaleCrop>
  <HeadingPairs>
    <vt:vector size="6" baseType="variant">
      <vt:variant>
        <vt:lpstr>已用的字体</vt:lpstr>
      </vt:variant>
      <vt:variant>
        <vt:i4>15</vt:i4>
      </vt:variant>
      <vt:variant>
        <vt:lpstr>主题</vt:lpstr>
      </vt:variant>
      <vt:variant>
        <vt:i4>1</vt:i4>
      </vt:variant>
      <vt:variant>
        <vt:lpstr>幻灯片标题</vt:lpstr>
      </vt:variant>
      <vt:variant>
        <vt:i4>50</vt:i4>
      </vt:variant>
    </vt:vector>
  </HeadingPairs>
  <TitlesOfParts>
    <vt:vector size="66" baseType="lpstr">
      <vt:lpstr>Arial</vt:lpstr>
      <vt:lpstr>宋体</vt:lpstr>
      <vt:lpstr>Wingdings</vt:lpstr>
      <vt:lpstr>Canela Text Regular</vt:lpstr>
      <vt:lpstr>Segoe Print</vt:lpstr>
      <vt:lpstr>Helvetica</vt:lpstr>
      <vt:lpstr>Graphik</vt:lpstr>
      <vt:lpstr>Helvetica Neue</vt:lpstr>
      <vt:lpstr>MS PGothic</vt:lpstr>
      <vt:lpstr>Times New Roman</vt:lpstr>
      <vt:lpstr>Monotype Sorts</vt:lpstr>
      <vt:lpstr>Wingdings</vt:lpstr>
      <vt:lpstr>微软雅黑</vt:lpstr>
      <vt:lpstr>Arial Unicode MS</vt:lpstr>
      <vt:lpstr>Symbol</vt:lpstr>
      <vt:lpstr>23_ClassicWhite</vt:lpstr>
      <vt:lpstr>DTS207TC Database Development and Design</vt:lpstr>
      <vt:lpstr>Outline</vt:lpstr>
      <vt:lpstr>Concurrency vs. Parallelism</vt:lpstr>
      <vt:lpstr>The Core Problem: Synchronization &amp; Race Conditions</vt:lpstr>
      <vt:lpstr>OS Solutions: Mutual Exclusion &amp; Locks</vt:lpstr>
      <vt:lpstr>The Bridge: From OS Concepts to Database Transactions</vt:lpstr>
      <vt:lpstr>Transaction Concept</vt:lpstr>
      <vt:lpstr>Example of Fund Transfer</vt:lpstr>
      <vt:lpstr>Example of Fund Transfer (Cont.)</vt:lpstr>
      <vt:lpstr>Example of Fund Transfer (Cont.)</vt:lpstr>
      <vt:lpstr>ACID Properties</vt:lpstr>
      <vt:lpstr>Comparison with other courses*</vt:lpstr>
      <vt:lpstr>ACID in Data Warehouse: It's Contextual*</vt:lpstr>
      <vt:lpstr>ACID in Data Warehouse: It's Contextual (cont.)*</vt:lpstr>
      <vt:lpstr>Transaction State</vt:lpstr>
      <vt:lpstr>Why is Distinguishing These States Important?</vt:lpstr>
      <vt:lpstr>Example: Explain of a simple UPDATE</vt:lpstr>
      <vt:lpstr>Process Scheduling in OS</vt:lpstr>
      <vt:lpstr>Concurrent Executions</vt:lpstr>
      <vt:lpstr>Schedules</vt:lpstr>
      <vt:lpstr>PowerPoint 演示文稿</vt:lpstr>
      <vt:lpstr>Schedule 1</vt:lpstr>
      <vt:lpstr>Schedule 2</vt:lpstr>
      <vt:lpstr>Schedule 3</vt:lpstr>
      <vt:lpstr>Schedule 4</vt:lpstr>
      <vt:lpstr>Serializability</vt:lpstr>
      <vt:lpstr>Simplified view of transactions</vt:lpstr>
      <vt:lpstr>Conflicting Instructions </vt:lpstr>
      <vt:lpstr>Conflict Serializability</vt:lpstr>
      <vt:lpstr>Conflict Serializability (Cont.)</vt:lpstr>
      <vt:lpstr>Conflict Serializability (Cont.)</vt:lpstr>
      <vt:lpstr>Testing for Serializability </vt:lpstr>
      <vt:lpstr>Test for Conflict Serializability</vt:lpstr>
      <vt:lpstr>Recoverable Schedules</vt:lpstr>
      <vt:lpstr>Cascading Rollbacks</vt:lpstr>
      <vt:lpstr>Cascadeless Schedules</vt:lpstr>
      <vt:lpstr>Concurrency Control</vt:lpstr>
      <vt:lpstr>Concurrency Control (Cont.)</vt:lpstr>
      <vt:lpstr>Concurrency Control vs. Serializability Tests</vt:lpstr>
      <vt:lpstr>Question</vt:lpstr>
      <vt:lpstr>Question</vt:lpstr>
      <vt:lpstr>Question</vt:lpstr>
      <vt:lpstr>Weak Levels of Consistency</vt:lpstr>
      <vt:lpstr>Levels of Consistency in SQL-92</vt:lpstr>
      <vt:lpstr>Levels of Consistency</vt:lpstr>
      <vt:lpstr>Question</vt:lpstr>
      <vt:lpstr>Transaction Definition in SQL</vt:lpstr>
      <vt:lpstr>Implementation of Isolation Levels</vt:lpstr>
      <vt:lpstr>Transactions as SQL Statements</vt:lpstr>
      <vt:lpstr>Reading&amp;Demo</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DTS205TC High Performance Computing</dc:title>
  <dc:creator>andyz</dc:creator>
  <cp:lastModifiedBy>ZD</cp:lastModifiedBy>
  <cp:revision>2920</cp:revision>
  <dcterms:created xsi:type="dcterms:W3CDTF">2023-04-15T13:38:00Z</dcterms:created>
  <dcterms:modified xsi:type="dcterms:W3CDTF">2025-12-19T13:37:04Z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8803ED8D5FBB437AB502E570B28B4448_13</vt:lpwstr>
  </property>
  <property fmtid="{D5CDD505-2E9C-101B-9397-08002B2CF9AE}" pid="3" name="KSOProductBuildVer">
    <vt:lpwstr>2052-12.1.0.24034</vt:lpwstr>
  </property>
</Properties>
</file>