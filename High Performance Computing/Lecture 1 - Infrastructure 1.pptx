
<file path=[Content_Types].xml><?xml version="1.0" encoding="utf-8"?>
<Types xmlns="http://schemas.openxmlformats.org/package/2006/content-types">
  <Default Extension="png" ContentType="image/png"/>
  <Default Extension="gif" ContentType="image/gif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erverZoom="100000" strictFirstAndLastChars="0">
  <p:sldMasterIdLst>
    <p:sldMasterId id="2147483648" r:id="rId1"/>
  </p:sldMasterIdLst>
  <p:notesMasterIdLst>
    <p:notesMasterId r:id="rId5"/>
  </p:notesMasterIdLst>
  <p:sldIdLst>
    <p:sldId id="256" r:id="rId3"/>
    <p:sldId id="620" r:id="rId4"/>
    <p:sldId id="607" r:id="rId6"/>
    <p:sldId id="602" r:id="rId7"/>
    <p:sldId id="604" r:id="rId8"/>
    <p:sldId id="605" r:id="rId9"/>
    <p:sldId id="621" r:id="rId10"/>
    <p:sldId id="622" r:id="rId11"/>
    <p:sldId id="623" r:id="rId12"/>
    <p:sldId id="609" r:id="rId13"/>
    <p:sldId id="608" r:id="rId14"/>
    <p:sldId id="624" r:id="rId15"/>
    <p:sldId id="625" r:id="rId16"/>
    <p:sldId id="626" r:id="rId17"/>
    <p:sldId id="606" r:id="rId18"/>
  </p:sldIdLst>
  <p:sldSz cx="9144000" cy="5143500" type="screen16x9"/>
  <p:notesSz cx="6858000" cy="9144000"/>
  <p:custDataLst>
    <p:tags r:id="rId22"/>
  </p:custDataLst>
  <p:defaultTextStyle>
    <a:defPPr>
      <a:defRPr lang="en-US"/>
    </a:defPPr>
    <a:lvl1pPr algn="l" defTabSz="1087755" rtl="0" eaLnBrk="0" fontAlgn="base" hangingPunct="0">
      <a:spcBef>
        <a:spcPct val="0"/>
      </a:spcBef>
      <a:spcAft>
        <a:spcPct val="0"/>
      </a:spcAft>
      <a:defRPr sz="1100" kern="1200">
        <a:solidFill>
          <a:srgbClr val="000000"/>
        </a:solidFill>
        <a:latin typeface="Canela Text Regular" charset="0"/>
        <a:ea typeface="Canela Text Regular" charset="0"/>
        <a:cs typeface="Canela Text Regular" charset="0"/>
        <a:sym typeface="Canela Text Regular" charset="0"/>
      </a:defRPr>
    </a:lvl1pPr>
    <a:lvl2pPr marL="285750" indent="171450" algn="l" defTabSz="1087755" rtl="0" eaLnBrk="0" fontAlgn="base" hangingPunct="0">
      <a:spcBef>
        <a:spcPct val="0"/>
      </a:spcBef>
      <a:spcAft>
        <a:spcPct val="0"/>
      </a:spcAft>
      <a:defRPr sz="1100" kern="1200">
        <a:solidFill>
          <a:srgbClr val="000000"/>
        </a:solidFill>
        <a:latin typeface="Canela Text Regular" charset="0"/>
        <a:ea typeface="Canela Text Regular" charset="0"/>
        <a:cs typeface="Canela Text Regular" charset="0"/>
        <a:sym typeface="Canela Text Regular" charset="0"/>
      </a:defRPr>
    </a:lvl2pPr>
    <a:lvl3pPr marL="573405" indent="341630" algn="l" defTabSz="1087755" rtl="0" eaLnBrk="0" fontAlgn="base" hangingPunct="0">
      <a:spcBef>
        <a:spcPct val="0"/>
      </a:spcBef>
      <a:spcAft>
        <a:spcPct val="0"/>
      </a:spcAft>
      <a:defRPr sz="1100" kern="1200">
        <a:solidFill>
          <a:srgbClr val="000000"/>
        </a:solidFill>
        <a:latin typeface="Canela Text Regular" charset="0"/>
        <a:ea typeface="Canela Text Regular" charset="0"/>
        <a:cs typeface="Canela Text Regular" charset="0"/>
        <a:sym typeface="Canela Text Regular" charset="0"/>
      </a:defRPr>
    </a:lvl3pPr>
    <a:lvl4pPr marL="860425" indent="511175" algn="l" defTabSz="1087755" rtl="0" eaLnBrk="0" fontAlgn="base" hangingPunct="0">
      <a:spcBef>
        <a:spcPct val="0"/>
      </a:spcBef>
      <a:spcAft>
        <a:spcPct val="0"/>
      </a:spcAft>
      <a:defRPr sz="1100" kern="1200">
        <a:solidFill>
          <a:srgbClr val="000000"/>
        </a:solidFill>
        <a:latin typeface="Canela Text Regular" charset="0"/>
        <a:ea typeface="Canela Text Regular" charset="0"/>
        <a:cs typeface="Canela Text Regular" charset="0"/>
        <a:sym typeface="Canela Text Regular" charset="0"/>
      </a:defRPr>
    </a:lvl4pPr>
    <a:lvl5pPr marL="1148080" indent="681355" algn="l" defTabSz="1087755" rtl="0" eaLnBrk="0" fontAlgn="base" hangingPunct="0">
      <a:spcBef>
        <a:spcPct val="0"/>
      </a:spcBef>
      <a:spcAft>
        <a:spcPct val="0"/>
      </a:spcAft>
      <a:defRPr sz="1100" kern="1200">
        <a:solidFill>
          <a:srgbClr val="000000"/>
        </a:solidFill>
        <a:latin typeface="Canela Text Regular" charset="0"/>
        <a:ea typeface="Canela Text Regular" charset="0"/>
        <a:cs typeface="Canela Text Regular" charset="0"/>
        <a:sym typeface="Canela Text Regular" charset="0"/>
      </a:defRPr>
    </a:lvl5pPr>
    <a:lvl6pPr marL="2286000" algn="l" defTabSz="914400" rtl="0" eaLnBrk="1" latinLnBrk="0" hangingPunct="1">
      <a:defRPr sz="1100" kern="1200">
        <a:solidFill>
          <a:srgbClr val="000000"/>
        </a:solidFill>
        <a:latin typeface="Canela Text Regular" charset="0"/>
        <a:ea typeface="Canela Text Regular" charset="0"/>
        <a:cs typeface="Canela Text Regular" charset="0"/>
        <a:sym typeface="Canela Text Regular" charset="0"/>
      </a:defRPr>
    </a:lvl6pPr>
    <a:lvl7pPr marL="2743200" algn="l" defTabSz="914400" rtl="0" eaLnBrk="1" latinLnBrk="0" hangingPunct="1">
      <a:defRPr sz="1100" kern="1200">
        <a:solidFill>
          <a:srgbClr val="000000"/>
        </a:solidFill>
        <a:latin typeface="Canela Text Regular" charset="0"/>
        <a:ea typeface="Canela Text Regular" charset="0"/>
        <a:cs typeface="Canela Text Regular" charset="0"/>
        <a:sym typeface="Canela Text Regular" charset="0"/>
      </a:defRPr>
    </a:lvl7pPr>
    <a:lvl8pPr marL="3200400" algn="l" defTabSz="914400" rtl="0" eaLnBrk="1" latinLnBrk="0" hangingPunct="1">
      <a:defRPr sz="1100" kern="1200">
        <a:solidFill>
          <a:srgbClr val="000000"/>
        </a:solidFill>
        <a:latin typeface="Canela Text Regular" charset="0"/>
        <a:ea typeface="Canela Text Regular" charset="0"/>
        <a:cs typeface="Canela Text Regular" charset="0"/>
        <a:sym typeface="Canela Text Regular" charset="0"/>
      </a:defRPr>
    </a:lvl8pPr>
    <a:lvl9pPr marL="3657600" algn="l" defTabSz="914400" rtl="0" eaLnBrk="1" latinLnBrk="0" hangingPunct="1">
      <a:defRPr sz="1100" kern="1200">
        <a:solidFill>
          <a:srgbClr val="000000"/>
        </a:solidFill>
        <a:latin typeface="Canela Text Regular" charset="0"/>
        <a:ea typeface="Canela Text Regular" charset="0"/>
        <a:cs typeface="Canela Text Regular" charset="0"/>
        <a:sym typeface="Canela Text Regular" charset="0"/>
      </a:defRPr>
    </a:lvl9pPr>
  </p:defaultTextStyle>
  <p:extLst>
    <p:ext uri="{521415D9-36F7-43E2-AB2F-B90AF26B5E84}">
      <p14:sectionLst xmlns:p14="http://schemas.microsoft.com/office/powerpoint/2010/main">
        <p14:section name="Default Section" id="{243284d7-7bf4-4dc2-b613-e9770775f5b5}">
          <p14:sldIdLst>
            <p14:sldId id="256"/>
          </p14:sldIdLst>
        </p14:section>
        <p14:section name="Preliminary" id="{7243dbd2-cdb5-45f7-be5d-0d4a7c1e49be}">
          <p14:sldIdLst>
            <p14:sldId id="620"/>
          </p14:sldIdLst>
        </p14:section>
        <p14:section name="Theory" id="{8bea6735-d658-469b-8662-98de26be153a}">
          <p14:sldIdLst>
            <p14:sldId id="607"/>
            <p14:sldId id="602"/>
            <p14:sldId id="604"/>
            <p14:sldId id="605"/>
            <p14:sldId id="621"/>
            <p14:sldId id="622"/>
            <p14:sldId id="623"/>
            <p14:sldId id="609"/>
            <p14:sldId id="608"/>
            <p14:sldId id="624"/>
            <p14:sldId id="625"/>
            <p14:sldId id="626"/>
            <p14:sldId id="60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632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89089" autoAdjust="0"/>
  </p:normalViewPr>
  <p:slideViewPr>
    <p:cSldViewPr showGuides="1">
      <p:cViewPr varScale="1">
        <p:scale>
          <a:sx n="147" d="100"/>
          <a:sy n="147" d="100"/>
        </p:scale>
        <p:origin x="564" y="138"/>
      </p:cViewPr>
      <p:guideLst>
        <p:guide orient="horz" pos="1632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-415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2" Type="http://schemas.openxmlformats.org/officeDocument/2006/relationships/tags" Target="tags/tag1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2" name="Rectangle 2"/>
          <p:cNvSpPr>
            <a:spLocks noGrp="1"/>
          </p:cNvSpPr>
          <p:nvPr>
            <p:ph type="body" sz="quarter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en-US" noProof="0">
                <a:sym typeface="Helvetica Neue" charset="0"/>
              </a:rPr>
              <a:t>Click to edit Template text styles</a:t>
            </a:r>
            <a:endParaRPr lang="en-US" altLang="en-US" noProof="0">
              <a:sym typeface="Helvetica Neue" charset="0"/>
            </a:endParaRPr>
          </a:p>
          <a:p>
            <a:pPr lvl="1"/>
            <a:r>
              <a:rPr lang="en-US" altLang="en-US" noProof="0">
                <a:sym typeface="Helvetica Neue" charset="0"/>
              </a:rPr>
              <a:t>Second level</a:t>
            </a:r>
            <a:endParaRPr lang="en-US" altLang="en-US" noProof="0">
              <a:sym typeface="Helvetica Neue" charset="0"/>
            </a:endParaRPr>
          </a:p>
          <a:p>
            <a:pPr lvl="2"/>
            <a:r>
              <a:rPr lang="en-US" altLang="en-US" noProof="0">
                <a:sym typeface="Helvetica Neue" charset="0"/>
              </a:rPr>
              <a:t>Third level</a:t>
            </a:r>
            <a:endParaRPr lang="en-US" altLang="en-US" noProof="0">
              <a:sym typeface="Helvetica Neue" charset="0"/>
            </a:endParaRPr>
          </a:p>
          <a:p>
            <a:pPr lvl="3"/>
            <a:r>
              <a:rPr lang="en-US" altLang="en-US" noProof="0">
                <a:sym typeface="Helvetica Neue" charset="0"/>
              </a:rPr>
              <a:t>Fourth level</a:t>
            </a:r>
            <a:endParaRPr lang="en-US" altLang="en-US" noProof="0">
              <a:sym typeface="Helvetica Neue" charset="0"/>
            </a:endParaRPr>
          </a:p>
          <a:p>
            <a:pPr lvl="4"/>
            <a:r>
              <a:rPr lang="en-US" altLang="en-US" noProof="0">
                <a:sym typeface="Helvetica Neue" charset="0"/>
              </a:rPr>
              <a:t>Fifth level</a:t>
            </a:r>
            <a:endParaRPr lang="en-US" altLang="en-US" noProof="0">
              <a:sym typeface="Helvetica Neue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defTabSz="285750" rtl="0" eaLnBrk="0" fontAlgn="base" hangingPunct="0">
      <a:lnSpc>
        <a:spcPct val="117000"/>
      </a:lnSpc>
      <a:spcBef>
        <a:spcPct val="0"/>
      </a:spcBef>
      <a:spcAft>
        <a:spcPct val="0"/>
      </a:spcAft>
      <a:defRPr sz="1400" kern="1200">
        <a:solidFill>
          <a:srgbClr val="000000"/>
        </a:solidFill>
        <a:latin typeface="Helvetica Neue" charset="0"/>
        <a:ea typeface="Helvetica Neue" charset="0"/>
        <a:cs typeface="Helvetica Neue" charset="0"/>
        <a:sym typeface="Helvetica Neue" charset="0"/>
      </a:defRPr>
    </a:lvl1pPr>
    <a:lvl2pPr indent="142875" algn="l" defTabSz="285750" rtl="0" eaLnBrk="0" fontAlgn="base" hangingPunct="0">
      <a:lnSpc>
        <a:spcPct val="117000"/>
      </a:lnSpc>
      <a:spcBef>
        <a:spcPct val="0"/>
      </a:spcBef>
      <a:spcAft>
        <a:spcPct val="0"/>
      </a:spcAft>
      <a:defRPr sz="1400" kern="1200">
        <a:solidFill>
          <a:srgbClr val="000000"/>
        </a:solidFill>
        <a:latin typeface="Helvetica Neue" charset="0"/>
        <a:ea typeface="Helvetica Neue" charset="0"/>
        <a:cs typeface="Helvetica Neue" charset="0"/>
        <a:sym typeface="Helvetica Neue" charset="0"/>
      </a:defRPr>
    </a:lvl2pPr>
    <a:lvl3pPr indent="285750" algn="l" defTabSz="285750" rtl="0" eaLnBrk="0" fontAlgn="base" hangingPunct="0">
      <a:lnSpc>
        <a:spcPct val="117000"/>
      </a:lnSpc>
      <a:spcBef>
        <a:spcPct val="0"/>
      </a:spcBef>
      <a:spcAft>
        <a:spcPct val="0"/>
      </a:spcAft>
      <a:defRPr sz="1400" kern="1200">
        <a:solidFill>
          <a:srgbClr val="000000"/>
        </a:solidFill>
        <a:latin typeface="Helvetica Neue" charset="0"/>
        <a:ea typeface="Helvetica Neue" charset="0"/>
        <a:cs typeface="Helvetica Neue" charset="0"/>
        <a:sym typeface="Helvetica Neue" charset="0"/>
      </a:defRPr>
    </a:lvl3pPr>
    <a:lvl4pPr indent="430530" algn="l" defTabSz="285750" rtl="0" eaLnBrk="0" fontAlgn="base" hangingPunct="0">
      <a:lnSpc>
        <a:spcPct val="117000"/>
      </a:lnSpc>
      <a:spcBef>
        <a:spcPct val="0"/>
      </a:spcBef>
      <a:spcAft>
        <a:spcPct val="0"/>
      </a:spcAft>
      <a:defRPr sz="1400" kern="1200">
        <a:solidFill>
          <a:srgbClr val="000000"/>
        </a:solidFill>
        <a:latin typeface="Helvetica Neue" charset="0"/>
        <a:ea typeface="Helvetica Neue" charset="0"/>
        <a:cs typeface="Helvetica Neue" charset="0"/>
        <a:sym typeface="Helvetica Neue" charset="0"/>
      </a:defRPr>
    </a:lvl4pPr>
    <a:lvl5pPr indent="573405" algn="l" defTabSz="285750" rtl="0" eaLnBrk="0" fontAlgn="base" hangingPunct="0">
      <a:lnSpc>
        <a:spcPct val="117000"/>
      </a:lnSpc>
      <a:spcBef>
        <a:spcPct val="0"/>
      </a:spcBef>
      <a:spcAft>
        <a:spcPct val="0"/>
      </a:spcAft>
      <a:defRPr sz="1400" kern="1200">
        <a:solidFill>
          <a:srgbClr val="000000"/>
        </a:solidFill>
        <a:latin typeface="Helvetica Neue" charset="0"/>
        <a:ea typeface="Helvetica Neue" charset="0"/>
        <a:cs typeface="Helvetica Neue" charset="0"/>
        <a:sym typeface="Helvetica Neue" charset="0"/>
      </a:defRPr>
    </a:lvl5pPr>
    <a:lvl6pPr marL="1435100" algn="l" defTabSz="574040" rtl="0" eaLnBrk="1" latinLnBrk="0" hangingPunct="1">
      <a:defRPr sz="700" kern="1200">
        <a:solidFill>
          <a:schemeClr val="tx1"/>
        </a:solidFill>
        <a:latin typeface="+mn-lt"/>
        <a:ea typeface="+mn-ea"/>
        <a:cs typeface="+mn-cs"/>
      </a:defRPr>
    </a:lvl6pPr>
    <a:lvl7pPr marL="1722120" algn="l" defTabSz="574040" rtl="0" eaLnBrk="1" latinLnBrk="0" hangingPunct="1">
      <a:defRPr sz="700" kern="1200">
        <a:solidFill>
          <a:schemeClr val="tx1"/>
        </a:solidFill>
        <a:latin typeface="+mn-lt"/>
        <a:ea typeface="+mn-ea"/>
        <a:cs typeface="+mn-cs"/>
      </a:defRPr>
    </a:lvl7pPr>
    <a:lvl8pPr marL="2009140" algn="l" defTabSz="574040" rtl="0" eaLnBrk="1" latinLnBrk="0" hangingPunct="1">
      <a:defRPr sz="700" kern="1200">
        <a:solidFill>
          <a:schemeClr val="tx1"/>
        </a:solidFill>
        <a:latin typeface="+mn-lt"/>
        <a:ea typeface="+mn-ea"/>
        <a:cs typeface="+mn-cs"/>
      </a:defRPr>
    </a:lvl8pPr>
    <a:lvl9pPr marL="2295525" algn="l" defTabSz="574040" rtl="0" eaLnBrk="1" latinLnBrk="0" hangingPunct="1">
      <a:defRPr sz="7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51203" name="Notes Placeholder 2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/>
          </p:nvPr>
        </p:nvSpPr>
        <p:spPr/>
      </p:sp>
      <p:sp>
        <p:nvSpPr>
          <p:cNvPr id="3" name="Text Placeholder 2"/>
          <p:cNvSpPr/>
          <p:nvPr>
            <p:ph type="body" idx="1"/>
          </p:nvPr>
        </p:nvSpPr>
        <p:spPr/>
        <p:txBody>
          <a:bodyPr/>
          <a:p>
            <a:r>
              <a:rPr lang="en-US"/>
              <a:t>https://en.wikipedia.org/wiki/Computer</a:t>
            </a:r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2183"/>
            <a:ext cx="6858000" cy="1790680"/>
          </a:xfrm>
        </p:spPr>
        <p:txBody>
          <a:bodyPr anchor="b"/>
          <a:lstStyle>
            <a:lvl1pPr algn="ctr">
              <a:defRPr sz="38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08"/>
            <a:ext cx="6858000" cy="1241505"/>
          </a:xfrm>
        </p:spPr>
        <p:txBody>
          <a:bodyPr/>
          <a:lstStyle>
            <a:lvl1pPr marL="0" indent="0" algn="ctr">
              <a:buNone/>
              <a:defRPr sz="1600"/>
            </a:lvl1pPr>
            <a:lvl2pPr marL="287020" indent="0" algn="ctr">
              <a:buNone/>
              <a:defRPr sz="1200"/>
            </a:lvl2pPr>
            <a:lvl3pPr marL="574040" indent="0" algn="ctr">
              <a:buNone/>
              <a:defRPr sz="1200"/>
            </a:lvl3pPr>
            <a:lvl4pPr marL="861060" indent="0" algn="ctr">
              <a:buNone/>
              <a:defRPr sz="1100"/>
            </a:lvl4pPr>
            <a:lvl5pPr marL="1148080" indent="0" algn="ctr">
              <a:buNone/>
              <a:defRPr sz="1100"/>
            </a:lvl5pPr>
            <a:lvl6pPr marL="1435100" indent="0" algn="ctr">
              <a:buNone/>
              <a:defRPr sz="1100"/>
            </a:lvl6pPr>
            <a:lvl7pPr marL="1722120" indent="0" algn="ctr">
              <a:buNone/>
              <a:defRPr sz="1100"/>
            </a:lvl7pPr>
            <a:lvl8pPr marL="2009140" indent="0" algn="ctr">
              <a:buNone/>
              <a:defRPr sz="1100"/>
            </a:lvl8pPr>
            <a:lvl9pPr marL="2295525" indent="0" algn="ctr">
              <a:buNone/>
              <a:defRPr sz="1100"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Rectangle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606C9A41-D864-428D-9C31-5294F3735FA1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Rectangle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C4BFCE12-62F8-4935-B4B3-E8FB1AC9A4A0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964" y="1282528"/>
            <a:ext cx="7887146" cy="2138940"/>
          </a:xfrm>
        </p:spPr>
        <p:txBody>
          <a:bodyPr anchor="b"/>
          <a:lstStyle>
            <a:lvl1pPr>
              <a:defRPr sz="38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964" y="3442396"/>
            <a:ext cx="7887146" cy="1125141"/>
          </a:xfrm>
        </p:spPr>
        <p:txBody>
          <a:bodyPr/>
          <a:lstStyle>
            <a:lvl1pPr marL="0" indent="0">
              <a:buNone/>
              <a:defRPr sz="1600"/>
            </a:lvl1pPr>
            <a:lvl2pPr marL="287020" indent="0">
              <a:buNone/>
              <a:defRPr sz="1200"/>
            </a:lvl2pPr>
            <a:lvl3pPr marL="574040" indent="0">
              <a:buNone/>
              <a:defRPr sz="1200"/>
            </a:lvl3pPr>
            <a:lvl4pPr marL="861060" indent="0">
              <a:buNone/>
              <a:defRPr sz="1100"/>
            </a:lvl4pPr>
            <a:lvl5pPr marL="1148080" indent="0">
              <a:buNone/>
              <a:defRPr sz="1100"/>
            </a:lvl5pPr>
            <a:lvl6pPr marL="1435100" indent="0">
              <a:buNone/>
              <a:defRPr sz="1100"/>
            </a:lvl6pPr>
            <a:lvl7pPr marL="1722120" indent="0">
              <a:buNone/>
              <a:defRPr sz="1100"/>
            </a:lvl7pPr>
            <a:lvl8pPr marL="2009140" indent="0">
              <a:buNone/>
              <a:defRPr sz="1100"/>
            </a:lvl8pPr>
            <a:lvl9pPr marL="2295525" indent="0">
              <a:buNone/>
              <a:defRPr sz="11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Rectangle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6EB6FB98-0011-4161-BE35-0A73E2FACDA8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8258" y="719117"/>
            <a:ext cx="4169049" cy="404933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4463" y="719117"/>
            <a:ext cx="4170164" cy="404933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Rectangle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D2BF4A6C-FF74-409E-AF94-9AA6BEC52E2D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545" y="273752"/>
            <a:ext cx="7887146" cy="99454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544" y="1260762"/>
            <a:ext cx="3868788" cy="617822"/>
          </a:xfrm>
        </p:spPr>
        <p:txBody>
          <a:bodyPr anchor="b"/>
          <a:lstStyle>
            <a:lvl1pPr marL="0" indent="0">
              <a:buNone/>
              <a:defRPr sz="1600" b="1"/>
            </a:lvl1pPr>
            <a:lvl2pPr marL="287020" indent="0">
              <a:buNone/>
              <a:defRPr sz="1200" b="1"/>
            </a:lvl2pPr>
            <a:lvl3pPr marL="574040" indent="0">
              <a:buNone/>
              <a:defRPr sz="1200" b="1"/>
            </a:lvl3pPr>
            <a:lvl4pPr marL="861060" indent="0">
              <a:buNone/>
              <a:defRPr sz="1100" b="1"/>
            </a:lvl4pPr>
            <a:lvl5pPr marL="1148080" indent="0">
              <a:buNone/>
              <a:defRPr sz="1100" b="1"/>
            </a:lvl5pPr>
            <a:lvl6pPr marL="1435100" indent="0">
              <a:buNone/>
              <a:defRPr sz="1100" b="1"/>
            </a:lvl6pPr>
            <a:lvl7pPr marL="1722120" indent="0">
              <a:buNone/>
              <a:defRPr sz="1100" b="1"/>
            </a:lvl7pPr>
            <a:lvl8pPr marL="2009140" indent="0">
              <a:buNone/>
              <a:defRPr sz="1100" b="1"/>
            </a:lvl8pPr>
            <a:lvl9pPr marL="2295525" indent="0">
              <a:buNone/>
              <a:defRPr sz="11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544" y="1878582"/>
            <a:ext cx="3868788" cy="276346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8928" y="1260762"/>
            <a:ext cx="3887762" cy="617822"/>
          </a:xfrm>
        </p:spPr>
        <p:txBody>
          <a:bodyPr anchor="b"/>
          <a:lstStyle>
            <a:lvl1pPr marL="0" indent="0">
              <a:buNone/>
              <a:defRPr sz="1600" b="1"/>
            </a:lvl1pPr>
            <a:lvl2pPr marL="287020" indent="0">
              <a:buNone/>
              <a:defRPr sz="1200" b="1"/>
            </a:lvl2pPr>
            <a:lvl3pPr marL="574040" indent="0">
              <a:buNone/>
              <a:defRPr sz="1200" b="1"/>
            </a:lvl3pPr>
            <a:lvl4pPr marL="861060" indent="0">
              <a:buNone/>
              <a:defRPr sz="1100" b="1"/>
            </a:lvl4pPr>
            <a:lvl5pPr marL="1148080" indent="0">
              <a:buNone/>
              <a:defRPr sz="1100" b="1"/>
            </a:lvl5pPr>
            <a:lvl6pPr marL="1435100" indent="0">
              <a:buNone/>
              <a:defRPr sz="1100" b="1"/>
            </a:lvl6pPr>
            <a:lvl7pPr marL="1722120" indent="0">
              <a:buNone/>
              <a:defRPr sz="1100" b="1"/>
            </a:lvl7pPr>
            <a:lvl8pPr marL="2009140" indent="0">
              <a:buNone/>
              <a:defRPr sz="1100" b="1"/>
            </a:lvl8pPr>
            <a:lvl9pPr marL="2295525" indent="0">
              <a:buNone/>
              <a:defRPr sz="11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8928" y="1878582"/>
            <a:ext cx="3887762" cy="276346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Rectangle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F02642A5-B4C1-490D-823B-6F62026E5D0D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Rectangle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99B72306-FD3C-4756-B3FD-766F3400AAC9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46FCE69C-6874-463F-8672-A48ADE6CA405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544" y="343235"/>
            <a:ext cx="2949029" cy="1199650"/>
          </a:xfrm>
        </p:spPr>
        <p:txBody>
          <a:bodyPr anchor="b"/>
          <a:lstStyle>
            <a:lvl1pPr>
              <a:defRPr sz="21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65" y="740886"/>
            <a:ext cx="4628926" cy="3655035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6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544" y="1542881"/>
            <a:ext cx="2949029" cy="2858895"/>
          </a:xfrm>
        </p:spPr>
        <p:txBody>
          <a:bodyPr/>
          <a:lstStyle>
            <a:lvl1pPr marL="0" indent="0">
              <a:buNone/>
              <a:defRPr sz="1100"/>
            </a:lvl1pPr>
            <a:lvl2pPr marL="287020" indent="0">
              <a:buNone/>
              <a:defRPr sz="900"/>
            </a:lvl2pPr>
            <a:lvl3pPr marL="574040" indent="0">
              <a:buNone/>
              <a:defRPr sz="700"/>
            </a:lvl3pPr>
            <a:lvl4pPr marL="861060" indent="0">
              <a:buNone/>
              <a:defRPr sz="700"/>
            </a:lvl4pPr>
            <a:lvl5pPr marL="1148080" indent="0">
              <a:buNone/>
              <a:defRPr sz="700"/>
            </a:lvl5pPr>
            <a:lvl6pPr marL="1435100" indent="0">
              <a:buNone/>
              <a:defRPr sz="700"/>
            </a:lvl6pPr>
            <a:lvl7pPr marL="1722120" indent="0">
              <a:buNone/>
              <a:defRPr sz="700"/>
            </a:lvl7pPr>
            <a:lvl8pPr marL="2009140" indent="0">
              <a:buNone/>
              <a:defRPr sz="700"/>
            </a:lvl8pPr>
            <a:lvl9pPr marL="2295525" indent="0">
              <a:buNone/>
              <a:defRPr sz="7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Rectangle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1EA9E2C9-38C0-4E05-A9A0-7FD9158DBDA4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544" y="343235"/>
            <a:ext cx="2949029" cy="1199650"/>
          </a:xfrm>
        </p:spPr>
        <p:txBody>
          <a:bodyPr anchor="b"/>
          <a:lstStyle>
            <a:lvl1pPr>
              <a:defRPr sz="21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65" y="740886"/>
            <a:ext cx="4628926" cy="3655035"/>
          </a:xfrm>
        </p:spPr>
        <p:txBody>
          <a:bodyPr/>
          <a:lstStyle>
            <a:lvl1pPr marL="0" indent="0">
              <a:buNone/>
              <a:defRPr sz="2100"/>
            </a:lvl1pPr>
            <a:lvl2pPr marL="287020" indent="0">
              <a:buNone/>
              <a:defRPr sz="1800"/>
            </a:lvl2pPr>
            <a:lvl3pPr marL="574040" indent="0">
              <a:buNone/>
              <a:defRPr sz="1600"/>
            </a:lvl3pPr>
            <a:lvl4pPr marL="861060" indent="0">
              <a:buNone/>
              <a:defRPr sz="1200"/>
            </a:lvl4pPr>
            <a:lvl5pPr marL="1148080" indent="0">
              <a:buNone/>
              <a:defRPr sz="1200"/>
            </a:lvl5pPr>
            <a:lvl6pPr marL="1435100" indent="0">
              <a:buNone/>
              <a:defRPr sz="1200"/>
            </a:lvl6pPr>
            <a:lvl7pPr marL="1722120" indent="0">
              <a:buNone/>
              <a:defRPr sz="1200"/>
            </a:lvl7pPr>
            <a:lvl8pPr marL="2009140" indent="0">
              <a:buNone/>
              <a:defRPr sz="1200"/>
            </a:lvl8pPr>
            <a:lvl9pPr marL="2295525" indent="0">
              <a:buNone/>
              <a:defRPr sz="1200"/>
            </a:lvl9pPr>
          </a:lstStyle>
          <a:p>
            <a:pPr lvl="0"/>
            <a:endParaRPr lang="en-US" noProof="0">
              <a:sym typeface="Helvetica" panose="020B0604020202020204" pitchFamily="34" charset="0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544" y="1542881"/>
            <a:ext cx="2949029" cy="2858895"/>
          </a:xfrm>
        </p:spPr>
        <p:txBody>
          <a:bodyPr/>
          <a:lstStyle>
            <a:lvl1pPr marL="0" indent="0">
              <a:buNone/>
              <a:defRPr sz="1100"/>
            </a:lvl1pPr>
            <a:lvl2pPr marL="287020" indent="0">
              <a:buNone/>
              <a:defRPr sz="900"/>
            </a:lvl2pPr>
            <a:lvl3pPr marL="574040" indent="0">
              <a:buNone/>
              <a:defRPr sz="700"/>
            </a:lvl3pPr>
            <a:lvl4pPr marL="861060" indent="0">
              <a:buNone/>
              <a:defRPr sz="700"/>
            </a:lvl4pPr>
            <a:lvl5pPr marL="1148080" indent="0">
              <a:buNone/>
              <a:defRPr sz="700"/>
            </a:lvl5pPr>
            <a:lvl6pPr marL="1435100" indent="0">
              <a:buNone/>
              <a:defRPr sz="700"/>
            </a:lvl6pPr>
            <a:lvl7pPr marL="1722120" indent="0">
              <a:buNone/>
              <a:defRPr sz="700"/>
            </a:lvl7pPr>
            <a:lvl8pPr marL="2009140" indent="0">
              <a:buNone/>
              <a:defRPr sz="700"/>
            </a:lvl8pPr>
            <a:lvl9pPr marL="2295525" indent="0">
              <a:buNone/>
              <a:defRPr sz="7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Rectangle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EB709096-912F-4774-8F9C-D173966EA403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Rectangle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4D661447-7998-46BF-B95E-D71DBFFC4D68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83872" y="92928"/>
            <a:ext cx="2110755" cy="467552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48257" y="92928"/>
            <a:ext cx="6228458" cy="467552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Rectangle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CC14C122-CBE5-46C5-AE21-5F2E3318462A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1"/>
          <p:cNvSpPr>
            <a:spLocks noGrp="1"/>
          </p:cNvSpPr>
          <p:nvPr>
            <p:ph type="body" idx="1"/>
          </p:nvPr>
        </p:nvSpPr>
        <p:spPr bwMode="auto">
          <a:xfrm>
            <a:off x="347663" y="719138"/>
            <a:ext cx="8447087" cy="4049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31886" tIns="31886" rIns="31886" bIns="31886" numCol="1" anchor="t" anchorCtr="0" compatLnSpc="1"/>
          <a:lstStyle/>
          <a:p>
            <a:pPr lvl="0"/>
            <a:r>
              <a:rPr lang="en-US" altLang="en-US">
                <a:sym typeface="Helvetica" panose="020B0604020202020204" pitchFamily="34" charset="0"/>
              </a:rPr>
              <a:t>Click to edit Template text styles</a:t>
            </a:r>
            <a:endParaRPr lang="en-US" altLang="en-US">
              <a:sym typeface="Helvetica" panose="020B0604020202020204" pitchFamily="34" charset="0"/>
            </a:endParaRPr>
          </a:p>
          <a:p>
            <a:pPr lvl="1"/>
            <a:r>
              <a:rPr lang="en-US" altLang="en-US">
                <a:sym typeface="Helvetica" panose="020B0604020202020204" pitchFamily="34" charset="0"/>
              </a:rPr>
              <a:t>Second level</a:t>
            </a:r>
            <a:endParaRPr lang="en-US" altLang="en-US">
              <a:sym typeface="Helvetica" panose="020B0604020202020204" pitchFamily="34" charset="0"/>
            </a:endParaRPr>
          </a:p>
          <a:p>
            <a:pPr lvl="2"/>
            <a:r>
              <a:rPr lang="en-US" altLang="en-US">
                <a:sym typeface="Helvetica" panose="020B0604020202020204" pitchFamily="34" charset="0"/>
              </a:rPr>
              <a:t>Third level</a:t>
            </a:r>
            <a:endParaRPr lang="en-US" altLang="en-US">
              <a:sym typeface="Helvetica" panose="020B0604020202020204" pitchFamily="34" charset="0"/>
            </a:endParaRPr>
          </a:p>
          <a:p>
            <a:pPr lvl="3"/>
            <a:r>
              <a:rPr lang="en-US" altLang="en-US">
                <a:sym typeface="Helvetica" panose="020B0604020202020204" pitchFamily="34" charset="0"/>
              </a:rPr>
              <a:t>Fourth level</a:t>
            </a:r>
            <a:endParaRPr lang="en-US" altLang="en-US">
              <a:sym typeface="Helvetica" panose="020B0604020202020204" pitchFamily="34" charset="0"/>
            </a:endParaRPr>
          </a:p>
          <a:p>
            <a:pPr lvl="4"/>
            <a:r>
              <a:rPr lang="en-US" altLang="en-US">
                <a:sym typeface="Helvetica" panose="020B0604020202020204" pitchFamily="34" charset="0"/>
              </a:rPr>
              <a:t>Fifth level</a:t>
            </a:r>
            <a:endParaRPr lang="en-US" altLang="en-US">
              <a:sym typeface="Helvetica" panose="020B0604020202020204" pitchFamily="34" charset="0"/>
            </a:endParaRPr>
          </a:p>
        </p:txBody>
      </p:sp>
      <p:sp>
        <p:nvSpPr>
          <p:cNvPr id="1027" name="Rectangle 2"/>
          <p:cNvSpPr>
            <a:spLocks noGrp="1"/>
          </p:cNvSpPr>
          <p:nvPr>
            <p:ph type="title"/>
          </p:nvPr>
        </p:nvSpPr>
        <p:spPr bwMode="auto">
          <a:xfrm>
            <a:off x="500063" y="93663"/>
            <a:ext cx="8143875" cy="449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31886" tIns="31886" rIns="31886" bIns="31886" numCol="1" anchor="t" anchorCtr="0" compatLnSpc="1"/>
          <a:lstStyle/>
          <a:p>
            <a:pPr lvl="0"/>
            <a:r>
              <a:rPr lang="en-US" altLang="en-US">
                <a:sym typeface="Helvetica" panose="020B0604020202020204" pitchFamily="34" charset="0"/>
              </a:rPr>
              <a:t>Click to edit Template title style</a:t>
            </a:r>
            <a:endParaRPr lang="en-US" altLang="en-US">
              <a:sym typeface="Helvetica" panose="020B0604020202020204" pitchFamily="34" charset="0"/>
            </a:endParaRPr>
          </a:p>
        </p:txBody>
      </p:sp>
      <p:pic>
        <p:nvPicPr>
          <p:cNvPr id="1028" name="Picture 3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05638" y="69850"/>
            <a:ext cx="1851025" cy="384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1029" name="Line 4"/>
          <p:cNvSpPr>
            <a:spLocks noChangeShapeType="1"/>
          </p:cNvSpPr>
          <p:nvPr/>
        </p:nvSpPr>
        <p:spPr bwMode="auto">
          <a:xfrm>
            <a:off x="341313" y="588963"/>
            <a:ext cx="8459787" cy="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31886" tIns="31886" rIns="31886" bIns="31886" anchor="ctr"/>
          <a:lstStyle/>
          <a:p>
            <a:endParaRPr lang="en-US"/>
          </a:p>
        </p:txBody>
      </p:sp>
      <p:sp>
        <p:nvSpPr>
          <p:cNvPr id="2" name="Rectangle 5"/>
          <p:cNvSpPr>
            <a:spLocks noGrp="1"/>
          </p:cNvSpPr>
          <p:nvPr>
            <p:ph type="sldNum" sz="quarter" idx="2"/>
          </p:nvPr>
        </p:nvSpPr>
        <p:spPr bwMode="auto">
          <a:xfrm>
            <a:off x="4460875" y="4808538"/>
            <a:ext cx="215900" cy="173037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31886" tIns="31886" rIns="31886" bIns="31886" numCol="1" anchor="b" anchorCtr="0" compatLnSpc="1"/>
          <a:lstStyle>
            <a:lvl1pPr algn="ctr" defTabSz="1090930" eaLnBrk="1">
              <a:defRPr sz="900">
                <a:solidFill>
                  <a:srgbClr val="5E5E5E"/>
                </a:solidFill>
                <a:latin typeface="Graphik" charset="0"/>
                <a:ea typeface="Graphik" charset="0"/>
                <a:cs typeface="Graphik" charset="0"/>
                <a:sym typeface="Graphik" charset="0"/>
              </a:defRPr>
            </a:lvl1pPr>
          </a:lstStyle>
          <a:p>
            <a:fld id="{B78101D5-FE84-44C9-AB30-8CA2B182F501}" type="slidenum">
              <a:rPr lang="en-US" altLang="en-US"/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1090930" rtl="0" eaLnBrk="0" fontAlgn="base" hangingPunct="0">
        <a:lnSpc>
          <a:spcPct val="70000"/>
        </a:lnSpc>
        <a:spcBef>
          <a:spcPct val="0"/>
        </a:spcBef>
        <a:spcAft>
          <a:spcPct val="0"/>
        </a:spcAft>
        <a:defRPr sz="3600" b="1" kern="1200">
          <a:solidFill>
            <a:srgbClr val="AE0428"/>
          </a:solidFill>
          <a:latin typeface="+mj-lt"/>
          <a:ea typeface="+mj-ea"/>
          <a:cs typeface="+mj-cs"/>
          <a:sym typeface="Helvetica" panose="020B0604020202020204" pitchFamily="34" charset="0"/>
        </a:defRPr>
      </a:lvl1pPr>
      <a:lvl2pPr algn="l" defTabSz="1090930" rtl="0" eaLnBrk="0" fontAlgn="base" hangingPunct="0">
        <a:lnSpc>
          <a:spcPct val="70000"/>
        </a:lnSpc>
        <a:spcBef>
          <a:spcPct val="0"/>
        </a:spcBef>
        <a:spcAft>
          <a:spcPct val="0"/>
        </a:spcAft>
        <a:defRPr sz="3600" b="1">
          <a:solidFill>
            <a:srgbClr val="AE0428"/>
          </a:solidFill>
          <a:latin typeface="Helvetica" panose="020B0604020202020204" pitchFamily="34" charset="0"/>
          <a:ea typeface="Helvetica" panose="020B0604020202020204" pitchFamily="34" charset="0"/>
          <a:cs typeface="Helvetica" panose="020B0604020202020204" pitchFamily="34" charset="0"/>
          <a:sym typeface="Helvetica" panose="020B0604020202020204" pitchFamily="34" charset="0"/>
        </a:defRPr>
      </a:lvl2pPr>
      <a:lvl3pPr algn="l" defTabSz="1090930" rtl="0" eaLnBrk="0" fontAlgn="base" hangingPunct="0">
        <a:lnSpc>
          <a:spcPct val="70000"/>
        </a:lnSpc>
        <a:spcBef>
          <a:spcPct val="0"/>
        </a:spcBef>
        <a:spcAft>
          <a:spcPct val="0"/>
        </a:spcAft>
        <a:defRPr sz="3600" b="1">
          <a:solidFill>
            <a:srgbClr val="AE0428"/>
          </a:solidFill>
          <a:latin typeface="Helvetica" panose="020B0604020202020204" pitchFamily="34" charset="0"/>
          <a:ea typeface="Helvetica" panose="020B0604020202020204" pitchFamily="34" charset="0"/>
          <a:cs typeface="Helvetica" panose="020B0604020202020204" pitchFamily="34" charset="0"/>
          <a:sym typeface="Helvetica" panose="020B0604020202020204" pitchFamily="34" charset="0"/>
        </a:defRPr>
      </a:lvl3pPr>
      <a:lvl4pPr algn="l" defTabSz="1090930" rtl="0" eaLnBrk="0" fontAlgn="base" hangingPunct="0">
        <a:lnSpc>
          <a:spcPct val="70000"/>
        </a:lnSpc>
        <a:spcBef>
          <a:spcPct val="0"/>
        </a:spcBef>
        <a:spcAft>
          <a:spcPct val="0"/>
        </a:spcAft>
        <a:defRPr sz="3600" b="1">
          <a:solidFill>
            <a:srgbClr val="AE0428"/>
          </a:solidFill>
          <a:latin typeface="Helvetica" panose="020B0604020202020204" pitchFamily="34" charset="0"/>
          <a:ea typeface="Helvetica" panose="020B0604020202020204" pitchFamily="34" charset="0"/>
          <a:cs typeface="Helvetica" panose="020B0604020202020204" pitchFamily="34" charset="0"/>
          <a:sym typeface="Helvetica" panose="020B0604020202020204" pitchFamily="34" charset="0"/>
        </a:defRPr>
      </a:lvl4pPr>
      <a:lvl5pPr algn="l" defTabSz="1090930" rtl="0" eaLnBrk="0" fontAlgn="base" hangingPunct="0">
        <a:lnSpc>
          <a:spcPct val="70000"/>
        </a:lnSpc>
        <a:spcBef>
          <a:spcPct val="0"/>
        </a:spcBef>
        <a:spcAft>
          <a:spcPct val="0"/>
        </a:spcAft>
        <a:defRPr sz="3600" b="1">
          <a:solidFill>
            <a:srgbClr val="AE0428"/>
          </a:solidFill>
          <a:latin typeface="Helvetica" panose="020B0604020202020204" pitchFamily="34" charset="0"/>
          <a:ea typeface="Helvetica" panose="020B0604020202020204" pitchFamily="34" charset="0"/>
          <a:cs typeface="Helvetica" panose="020B0604020202020204" pitchFamily="34" charset="0"/>
          <a:sym typeface="Helvetica" panose="020B0604020202020204" pitchFamily="34" charset="0"/>
        </a:defRPr>
      </a:lvl5pPr>
      <a:lvl6pPr marL="287020" algn="l" defTabSz="1092200" rtl="0" fontAlgn="base" hangingPunct="0">
        <a:lnSpc>
          <a:spcPct val="70000"/>
        </a:lnSpc>
        <a:spcBef>
          <a:spcPct val="0"/>
        </a:spcBef>
        <a:spcAft>
          <a:spcPct val="0"/>
        </a:spcAft>
        <a:defRPr sz="3600" b="1">
          <a:solidFill>
            <a:srgbClr val="AE0428"/>
          </a:solidFill>
          <a:latin typeface="Helvetica" panose="020B0604020202020204" pitchFamily="34" charset="0"/>
          <a:ea typeface="Helvetica" panose="020B0604020202020204" pitchFamily="34" charset="0"/>
          <a:cs typeface="Helvetica" panose="020B0604020202020204" pitchFamily="34" charset="0"/>
          <a:sym typeface="Helvetica" panose="020B0604020202020204" pitchFamily="34" charset="0"/>
        </a:defRPr>
      </a:lvl6pPr>
      <a:lvl7pPr marL="574040" algn="l" defTabSz="1092200" rtl="0" fontAlgn="base" hangingPunct="0">
        <a:lnSpc>
          <a:spcPct val="70000"/>
        </a:lnSpc>
        <a:spcBef>
          <a:spcPct val="0"/>
        </a:spcBef>
        <a:spcAft>
          <a:spcPct val="0"/>
        </a:spcAft>
        <a:defRPr sz="3600" b="1">
          <a:solidFill>
            <a:srgbClr val="AE0428"/>
          </a:solidFill>
          <a:latin typeface="Helvetica" panose="020B0604020202020204" pitchFamily="34" charset="0"/>
          <a:ea typeface="Helvetica" panose="020B0604020202020204" pitchFamily="34" charset="0"/>
          <a:cs typeface="Helvetica" panose="020B0604020202020204" pitchFamily="34" charset="0"/>
          <a:sym typeface="Helvetica" panose="020B0604020202020204" pitchFamily="34" charset="0"/>
        </a:defRPr>
      </a:lvl7pPr>
      <a:lvl8pPr marL="861060" algn="l" defTabSz="1092200" rtl="0" fontAlgn="base" hangingPunct="0">
        <a:lnSpc>
          <a:spcPct val="70000"/>
        </a:lnSpc>
        <a:spcBef>
          <a:spcPct val="0"/>
        </a:spcBef>
        <a:spcAft>
          <a:spcPct val="0"/>
        </a:spcAft>
        <a:defRPr sz="3600" b="1">
          <a:solidFill>
            <a:srgbClr val="AE0428"/>
          </a:solidFill>
          <a:latin typeface="Helvetica" panose="020B0604020202020204" pitchFamily="34" charset="0"/>
          <a:ea typeface="Helvetica" panose="020B0604020202020204" pitchFamily="34" charset="0"/>
          <a:cs typeface="Helvetica" panose="020B0604020202020204" pitchFamily="34" charset="0"/>
          <a:sym typeface="Helvetica" panose="020B0604020202020204" pitchFamily="34" charset="0"/>
        </a:defRPr>
      </a:lvl8pPr>
      <a:lvl9pPr marL="1148080" algn="l" defTabSz="1092200" rtl="0" fontAlgn="base" hangingPunct="0">
        <a:lnSpc>
          <a:spcPct val="70000"/>
        </a:lnSpc>
        <a:spcBef>
          <a:spcPct val="0"/>
        </a:spcBef>
        <a:spcAft>
          <a:spcPct val="0"/>
        </a:spcAft>
        <a:defRPr sz="3600" b="1">
          <a:solidFill>
            <a:srgbClr val="AE0428"/>
          </a:solidFill>
          <a:latin typeface="Helvetica" panose="020B0604020202020204" pitchFamily="34" charset="0"/>
          <a:ea typeface="Helvetica" panose="020B0604020202020204" pitchFamily="34" charset="0"/>
          <a:cs typeface="Helvetica" panose="020B0604020202020204" pitchFamily="34" charset="0"/>
          <a:sym typeface="Helvetica" panose="020B0604020202020204" pitchFamily="34" charset="0"/>
        </a:defRPr>
      </a:lvl9pPr>
    </p:titleStyle>
    <p:bodyStyle>
      <a:lvl1pPr marL="263525" indent="-263525" algn="l" defTabSz="1090930" rtl="0" eaLnBrk="0" fontAlgn="base" hangingPunct="0">
        <a:spcBef>
          <a:spcPts val="1250"/>
        </a:spcBef>
        <a:spcAft>
          <a:spcPct val="0"/>
        </a:spcAft>
        <a:buSzPct val="75000"/>
        <a:buChar char="•"/>
        <a:defRPr sz="1900" kern="1200">
          <a:solidFill>
            <a:srgbClr val="000000"/>
          </a:solidFill>
          <a:latin typeface="+mn-lt"/>
          <a:ea typeface="+mn-ea"/>
          <a:cs typeface="+mn-cs"/>
          <a:sym typeface="Helvetica" panose="020B0604020202020204" pitchFamily="34" charset="0"/>
        </a:defRPr>
      </a:lvl1pPr>
      <a:lvl2pPr marL="494030" indent="-246380" algn="l" defTabSz="1090930" rtl="0" eaLnBrk="0" fontAlgn="base" hangingPunct="0">
        <a:spcBef>
          <a:spcPts val="1250"/>
        </a:spcBef>
        <a:spcAft>
          <a:spcPct val="0"/>
        </a:spcAft>
        <a:buSzPct val="175000"/>
        <a:buChar char="•"/>
        <a:defRPr sz="1900" kern="1200">
          <a:solidFill>
            <a:srgbClr val="000000"/>
          </a:solidFill>
          <a:latin typeface="+mn-lt"/>
          <a:ea typeface="+mn-ea"/>
          <a:cs typeface="+mn-cs"/>
          <a:sym typeface="Helvetica" panose="020B0604020202020204" pitchFamily="34" charset="0"/>
        </a:defRPr>
      </a:lvl2pPr>
      <a:lvl3pPr marL="739775" indent="-246380" algn="l" defTabSz="1090930" rtl="0" eaLnBrk="0" fontAlgn="base" hangingPunct="0">
        <a:spcBef>
          <a:spcPts val="1250"/>
        </a:spcBef>
        <a:spcAft>
          <a:spcPct val="0"/>
        </a:spcAft>
        <a:buSzPct val="175000"/>
        <a:buChar char="•"/>
        <a:defRPr sz="1900" kern="1200">
          <a:solidFill>
            <a:srgbClr val="000000"/>
          </a:solidFill>
          <a:latin typeface="+mn-lt"/>
          <a:ea typeface="+mn-ea"/>
          <a:cs typeface="+mn-cs"/>
          <a:sym typeface="Helvetica" panose="020B0604020202020204" pitchFamily="34" charset="0"/>
        </a:defRPr>
      </a:lvl3pPr>
      <a:lvl4pPr marL="987425" indent="-246380" algn="l" defTabSz="1090930" rtl="0" eaLnBrk="0" fontAlgn="base" hangingPunct="0">
        <a:spcBef>
          <a:spcPts val="1250"/>
        </a:spcBef>
        <a:spcAft>
          <a:spcPct val="0"/>
        </a:spcAft>
        <a:buSzPct val="175000"/>
        <a:buChar char="•"/>
        <a:defRPr sz="1900" kern="1200">
          <a:solidFill>
            <a:srgbClr val="000000"/>
          </a:solidFill>
          <a:latin typeface="+mn-lt"/>
          <a:ea typeface="+mn-ea"/>
          <a:cs typeface="+mn-cs"/>
          <a:sym typeface="Helvetica" panose="020B0604020202020204" pitchFamily="34" charset="0"/>
        </a:defRPr>
      </a:lvl4pPr>
      <a:lvl5pPr marL="1235075" indent="-246380" algn="l" defTabSz="1090930" rtl="0" eaLnBrk="0" fontAlgn="base" hangingPunct="0">
        <a:spcBef>
          <a:spcPts val="1250"/>
        </a:spcBef>
        <a:spcAft>
          <a:spcPct val="0"/>
        </a:spcAft>
        <a:buSzPct val="175000"/>
        <a:buChar char="•"/>
        <a:defRPr sz="1900" kern="1200">
          <a:solidFill>
            <a:srgbClr val="000000"/>
          </a:solidFill>
          <a:latin typeface="+mn-lt"/>
          <a:ea typeface="+mn-ea"/>
          <a:cs typeface="+mn-cs"/>
          <a:sym typeface="Helvetica" panose="020B0604020202020204" pitchFamily="34" charset="0"/>
        </a:defRPr>
      </a:lvl5pPr>
      <a:lvl6pPr marL="1578610" indent="-143510" algn="l" defTabSz="574040" rtl="0" eaLnBrk="1" latinLnBrk="0" hangingPunct="1">
        <a:lnSpc>
          <a:spcPct val="90000"/>
        </a:lnSpc>
        <a:spcBef>
          <a:spcPts val="315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865630" indent="-143510" algn="l" defTabSz="574040" rtl="0" eaLnBrk="1" latinLnBrk="0" hangingPunct="1">
        <a:lnSpc>
          <a:spcPct val="90000"/>
        </a:lnSpc>
        <a:spcBef>
          <a:spcPts val="315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2152015" indent="-143510" algn="l" defTabSz="574040" rtl="0" eaLnBrk="1" latinLnBrk="0" hangingPunct="1">
        <a:lnSpc>
          <a:spcPct val="90000"/>
        </a:lnSpc>
        <a:spcBef>
          <a:spcPts val="315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2439035" indent="-143510" algn="l" defTabSz="574040" rtl="0" eaLnBrk="1" latinLnBrk="0" hangingPunct="1">
        <a:lnSpc>
          <a:spcPct val="90000"/>
        </a:lnSpc>
        <a:spcBef>
          <a:spcPts val="315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7404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1pPr>
      <a:lvl2pPr marL="287020" algn="l" defTabSz="57404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574040" algn="l" defTabSz="57404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861060" algn="l" defTabSz="57404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148080" algn="l" defTabSz="57404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435100" algn="l" defTabSz="57404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722120" algn="l" defTabSz="57404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2009140" algn="l" defTabSz="57404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2295525" algn="l" defTabSz="57404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3.jpeg"/><Relationship Id="rId3" Type="http://schemas.openxmlformats.org/officeDocument/2006/relationships/image" Target="../media/image2.png"/><Relationship Id="rId2" Type="http://schemas.openxmlformats.org/officeDocument/2006/relationships/hyperlink" Target="https://www.bilibili.com/video/BV1U34y1X7cZ/?spm_id_from=333.337.search-card.all.click&#13;" TargetMode="External"/><Relationship Id="rId1" Type="http://schemas.openxmlformats.org/officeDocument/2006/relationships/hyperlink" Target="https://www.bilibili.com/video/BV1hx4y1771o/?spm_id_from=333.337.search-card.all.click&amp;vd_source=845c4b381835c3339ab8f86c92fb7bc3&#13;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8.GIF"/><Relationship Id="rId1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1"/>
          <p:cNvSpPr>
            <a:spLocks noGrp="1"/>
          </p:cNvSpPr>
          <p:nvPr>
            <p:ph type="ctrTitle"/>
          </p:nvPr>
        </p:nvSpPr>
        <p:spPr>
          <a:xfrm>
            <a:off x="500063" y="1158875"/>
            <a:ext cx="8143875" cy="568325"/>
          </a:xfrm>
        </p:spPr>
        <p:txBody>
          <a:bodyPr/>
          <a:lstStyle/>
          <a:p>
            <a:pPr eaLnBrk="1">
              <a:lnSpc>
                <a:spcPct val="80000"/>
              </a:lnSpc>
            </a:pPr>
            <a:r>
              <a:rPr lang="en-US" altLang="en-US" sz="2800"/>
              <a:t>DTS205TC High Performance Computing</a:t>
            </a:r>
            <a:endParaRPr lang="en-US" altLang="en-US" sz="2800"/>
          </a:p>
        </p:txBody>
      </p:sp>
      <p:sp>
        <p:nvSpPr>
          <p:cNvPr id="2051" name="Rectangle 2"/>
          <p:cNvSpPr>
            <a:spLocks noGrp="1"/>
          </p:cNvSpPr>
          <p:nvPr>
            <p:ph type="subTitle" sz="quarter" idx="1"/>
          </p:nvPr>
        </p:nvSpPr>
        <p:spPr>
          <a:xfrm>
            <a:off x="500063" y="2432050"/>
            <a:ext cx="8143875" cy="385763"/>
          </a:xfrm>
        </p:spPr>
        <p:txBody>
          <a:bodyPr/>
          <a:lstStyle/>
          <a:p>
            <a:pPr defTabSz="365125" eaLnBrk="1">
              <a:spcBef>
                <a:spcPct val="0"/>
              </a:spcBef>
              <a:buSzTx/>
            </a:pPr>
            <a:r>
              <a:rPr lang="en-US" altLang="zh-CN" sz="2100" b="1">
                <a:solidFill>
                  <a:srgbClr val="AE0428"/>
                </a:solidFill>
                <a:ea typeface="宋体" panose="02010600030101010101" pitchFamily="2" charset="-122"/>
              </a:rPr>
              <a:t>Lecture 1 Infrastructure 1</a:t>
            </a:r>
            <a:endParaRPr lang="en-US" altLang="en-US" sz="2100" b="1">
              <a:solidFill>
                <a:srgbClr val="AE0428"/>
              </a:solidFill>
            </a:endParaRPr>
          </a:p>
        </p:txBody>
      </p:sp>
      <p:sp>
        <p:nvSpPr>
          <p:cNvPr id="2052" name="Text Box 3"/>
          <p:cNvSpPr txBox="1"/>
          <p:nvPr/>
        </p:nvSpPr>
        <p:spPr bwMode="auto">
          <a:xfrm>
            <a:off x="500063" y="4435475"/>
            <a:ext cx="8143875" cy="225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31886" tIns="31886" rIns="31886" bIns="31886"/>
          <a:lstStyle>
            <a:lvl1pPr defTabSz="586105">
              <a:defRPr sz="1100">
                <a:solidFill>
                  <a:srgbClr val="000000"/>
                </a:solidFill>
                <a:latin typeface="Canela Text Regular" charset="0"/>
                <a:ea typeface="Canela Text Regular" charset="0"/>
                <a:cs typeface="Canela Text Regular" charset="0"/>
                <a:sym typeface="Canela Text Regular" charset="0"/>
              </a:defRPr>
            </a:lvl1pPr>
            <a:lvl2pPr marL="742950" indent="-285750" defTabSz="586105">
              <a:defRPr sz="1100">
                <a:solidFill>
                  <a:srgbClr val="000000"/>
                </a:solidFill>
                <a:latin typeface="Canela Text Regular" charset="0"/>
                <a:ea typeface="Canela Text Regular" charset="0"/>
                <a:cs typeface="Canela Text Regular" charset="0"/>
                <a:sym typeface="Canela Text Regular" charset="0"/>
              </a:defRPr>
            </a:lvl2pPr>
            <a:lvl3pPr marL="1143000" indent="-228600" defTabSz="586105">
              <a:defRPr sz="1100">
                <a:solidFill>
                  <a:srgbClr val="000000"/>
                </a:solidFill>
                <a:latin typeface="Canela Text Regular" charset="0"/>
                <a:ea typeface="Canela Text Regular" charset="0"/>
                <a:cs typeface="Canela Text Regular" charset="0"/>
                <a:sym typeface="Canela Text Regular" charset="0"/>
              </a:defRPr>
            </a:lvl3pPr>
            <a:lvl4pPr marL="1600200" indent="-228600" defTabSz="586105">
              <a:defRPr sz="1100">
                <a:solidFill>
                  <a:srgbClr val="000000"/>
                </a:solidFill>
                <a:latin typeface="Canela Text Regular" charset="0"/>
                <a:ea typeface="Canela Text Regular" charset="0"/>
                <a:cs typeface="Canela Text Regular" charset="0"/>
                <a:sym typeface="Canela Text Regular" charset="0"/>
              </a:defRPr>
            </a:lvl4pPr>
            <a:lvl5pPr marL="2057400" indent="-228600" defTabSz="586105">
              <a:defRPr sz="1100">
                <a:solidFill>
                  <a:srgbClr val="000000"/>
                </a:solidFill>
                <a:latin typeface="Canela Text Regular" charset="0"/>
                <a:ea typeface="Canela Text Regular" charset="0"/>
                <a:cs typeface="Canela Text Regular" charset="0"/>
                <a:sym typeface="Canela Text Regular" charset="0"/>
              </a:defRPr>
            </a:lvl5pPr>
            <a:lvl6pPr marL="2514600" indent="-228600" defTabSz="586105" eaLnBrk="0" fontAlgn="base" hangingPunct="0">
              <a:spcBef>
                <a:spcPct val="0"/>
              </a:spcBef>
              <a:spcAft>
                <a:spcPct val="0"/>
              </a:spcAft>
              <a:defRPr sz="1100">
                <a:solidFill>
                  <a:srgbClr val="000000"/>
                </a:solidFill>
                <a:latin typeface="Canela Text Regular" charset="0"/>
                <a:ea typeface="Canela Text Regular" charset="0"/>
                <a:cs typeface="Canela Text Regular" charset="0"/>
                <a:sym typeface="Canela Text Regular" charset="0"/>
              </a:defRPr>
            </a:lvl6pPr>
            <a:lvl7pPr marL="2971800" indent="-228600" defTabSz="586105" eaLnBrk="0" fontAlgn="base" hangingPunct="0">
              <a:spcBef>
                <a:spcPct val="0"/>
              </a:spcBef>
              <a:spcAft>
                <a:spcPct val="0"/>
              </a:spcAft>
              <a:defRPr sz="1100">
                <a:solidFill>
                  <a:srgbClr val="000000"/>
                </a:solidFill>
                <a:latin typeface="Canela Text Regular" charset="0"/>
                <a:ea typeface="Canela Text Regular" charset="0"/>
                <a:cs typeface="Canela Text Regular" charset="0"/>
                <a:sym typeface="Canela Text Regular" charset="0"/>
              </a:defRPr>
            </a:lvl7pPr>
            <a:lvl8pPr marL="3429000" indent="-228600" defTabSz="586105" eaLnBrk="0" fontAlgn="base" hangingPunct="0">
              <a:spcBef>
                <a:spcPct val="0"/>
              </a:spcBef>
              <a:spcAft>
                <a:spcPct val="0"/>
              </a:spcAft>
              <a:defRPr sz="1100">
                <a:solidFill>
                  <a:srgbClr val="000000"/>
                </a:solidFill>
                <a:latin typeface="Canela Text Regular" charset="0"/>
                <a:ea typeface="Canela Text Regular" charset="0"/>
                <a:cs typeface="Canela Text Regular" charset="0"/>
                <a:sym typeface="Canela Text Regular" charset="0"/>
              </a:defRPr>
            </a:lvl8pPr>
            <a:lvl9pPr marL="3886200" indent="-228600" defTabSz="586105" eaLnBrk="0" fontAlgn="base" hangingPunct="0">
              <a:spcBef>
                <a:spcPct val="0"/>
              </a:spcBef>
              <a:spcAft>
                <a:spcPct val="0"/>
              </a:spcAft>
              <a:defRPr sz="1100">
                <a:solidFill>
                  <a:srgbClr val="000000"/>
                </a:solidFill>
                <a:latin typeface="Canela Text Regular" charset="0"/>
                <a:ea typeface="Canela Text Regular" charset="0"/>
                <a:cs typeface="Canela Text Regular" charset="0"/>
                <a:sym typeface="Canela Text Regular" charset="0"/>
              </a:defRPr>
            </a:lvl9pPr>
          </a:lstStyle>
          <a:p>
            <a:pPr algn="ctr" eaLnBrk="1"/>
            <a:r>
              <a:rPr lang="en-US" altLang="zh-CN" sz="1200">
                <a:latin typeface="Helvetica" panose="020B0604020202020204" pitchFamily="34" charset="0"/>
                <a:ea typeface="宋体" panose="02010600030101010101" pitchFamily="2" charset="-122"/>
                <a:sym typeface="Helvetica" panose="020B0604020202020204" pitchFamily="34" charset="0"/>
              </a:rPr>
              <a:t>Di Zhang</a:t>
            </a:r>
            <a:r>
              <a:rPr lang="en-US" altLang="en-US" sz="1200">
                <a:latin typeface="Helvetica" panose="020B0604020202020204" pitchFamily="34" charset="0"/>
                <a:ea typeface="Helvetica" panose="020B0604020202020204" pitchFamily="34" charset="0"/>
                <a:cs typeface="Helvetica" panose="020B0604020202020204" pitchFamily="34" charset="0"/>
                <a:sym typeface="Helvetica" panose="020B0604020202020204" pitchFamily="34" charset="0"/>
              </a:rPr>
              <a:t>, Spring 2024</a:t>
            </a:r>
            <a:endParaRPr lang="en-US" altLang="en-US" sz="1200">
              <a:latin typeface="Helvetica" panose="020B0604020202020204" pitchFamily="34" charset="0"/>
              <a:ea typeface="Helvetica" panose="020B0604020202020204" pitchFamily="34" charset="0"/>
              <a:cs typeface="Helvetica" panose="020B0604020202020204" pitchFamily="34" charset="0"/>
              <a:sym typeface="Helvetica" panose="020B0604020202020204" pitchFamily="34" charset="0"/>
            </a:endParaRP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2192338" y="3005138"/>
            <a:ext cx="2178050" cy="38735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lIns="57396" tIns="28696" rIns="57396" bIns="28696" anchor="ctr"/>
          <a:lstStyle/>
          <a:p>
            <a:pPr algn="ctr" defTabSz="1088390">
              <a:lnSpc>
                <a:spcPct val="107000"/>
              </a:lnSpc>
              <a:spcAft>
                <a:spcPts val="500"/>
              </a:spcAft>
              <a:defRPr/>
            </a:pPr>
            <a:r>
              <a:rPr lang="en-US" altLang="zh-CN" dirty="0">
                <a:ea typeface="等线" panose="02010600030101010101" pitchFamily="2" charset="-122"/>
                <a:cs typeface="Arial" panose="020B0604020202020204" pitchFamily="34" charset="0"/>
              </a:rPr>
              <a:t>Machine</a:t>
            </a:r>
            <a:endParaRPr lang="en-US" altLang="zh-CN" dirty="0">
              <a:ea typeface="等线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2090738" y="2925763"/>
            <a:ext cx="2179637" cy="38735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lIns="57396" tIns="28696" rIns="57396" bIns="28696" anchor="ctr"/>
          <a:lstStyle/>
          <a:p>
            <a:pPr algn="ctr" defTabSz="1088390">
              <a:lnSpc>
                <a:spcPct val="107000"/>
              </a:lnSpc>
              <a:spcAft>
                <a:spcPts val="500"/>
              </a:spcAft>
              <a:defRPr/>
            </a:pPr>
            <a:r>
              <a:rPr lang="en-US" altLang="zh-CN" dirty="0">
                <a:ea typeface="等线" panose="02010600030101010101" pitchFamily="2" charset="-122"/>
                <a:cs typeface="Arial" panose="020B0604020202020204" pitchFamily="34" charset="0"/>
              </a:rPr>
              <a:t>Machine</a:t>
            </a:r>
            <a:endParaRPr lang="en-US" altLang="zh-CN" dirty="0">
              <a:ea typeface="等线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2253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/>
            <a:r>
              <a:rPr lang="en-US" altLang="zh-CN">
                <a:ea typeface="宋体" panose="02010600030101010101" pitchFamily="2" charset="-122"/>
              </a:rPr>
              <a:t>Technology stack</a:t>
            </a:r>
            <a:endParaRPr lang="en-US" altLang="en-US"/>
          </a:p>
        </p:txBody>
      </p:sp>
      <p:sp>
        <p:nvSpPr>
          <p:cNvPr id="22533" name="Content Placeholder 2"/>
          <p:cNvSpPr>
            <a:spLocks noGrp="1"/>
          </p:cNvSpPr>
          <p:nvPr>
            <p:ph idx="1"/>
          </p:nvPr>
        </p:nvSpPr>
        <p:spPr>
          <a:xfrm>
            <a:off x="303213" y="3868738"/>
            <a:ext cx="8445500" cy="1095375"/>
          </a:xfrm>
        </p:spPr>
        <p:txBody>
          <a:bodyPr/>
          <a:lstStyle/>
          <a:p>
            <a:pPr algn="just">
              <a:spcBef>
                <a:spcPts val="600"/>
              </a:spcBef>
              <a:spcAft>
                <a:spcPts val="500"/>
              </a:spcAft>
            </a:pPr>
            <a:r>
              <a:rPr lang="en-US" altLang="zh-CN" sz="1200">
                <a:latin typeface="等线" panose="02010600030101010101" pitchFamily="2" charset="-122"/>
                <a:ea typeface="等线" panose="02010600030101010101" pitchFamily="2" charset="-122"/>
                <a:cs typeface="Arial" panose="020B0604020202020204" pitchFamily="34" charset="0"/>
              </a:rPr>
              <a:t>For hardware, parallel algorithms should try to make full use of it to improve performance</a:t>
            </a:r>
            <a:endParaRPr lang="en-US" altLang="zh-CN" sz="1200">
              <a:latin typeface="等线" panose="02010600030101010101" pitchFamily="2" charset="-122"/>
              <a:ea typeface="等线" panose="02010600030101010101" pitchFamily="2" charset="-122"/>
              <a:cs typeface="Arial" panose="020B0604020202020204" pitchFamily="34" charset="0"/>
            </a:endParaRPr>
          </a:p>
          <a:p>
            <a:pPr algn="just">
              <a:spcBef>
                <a:spcPts val="600"/>
              </a:spcBef>
              <a:spcAft>
                <a:spcPts val="500"/>
              </a:spcAft>
            </a:pPr>
            <a:r>
              <a:rPr lang="en-US" altLang="zh-CN" sz="1200">
                <a:latin typeface="等线" panose="02010600030101010101" pitchFamily="2" charset="-122"/>
                <a:ea typeface="等线" panose="02010600030101010101" pitchFamily="2" charset="-122"/>
                <a:cs typeface="Arial" panose="020B0604020202020204" pitchFamily="34" charset="0"/>
              </a:rPr>
              <a:t>For applications, regardless of whether the algorithm is serial or parallel, it should ensure that their calculation steps are equivalent, or output consistent or approximate result</a:t>
            </a:r>
            <a:endParaRPr lang="en-US" altLang="zh-CN" sz="1200">
              <a:latin typeface="等线" panose="02010600030101010101" pitchFamily="2" charset="-122"/>
              <a:ea typeface="等线" panose="02010600030101010101" pitchFamily="2" charset="-122"/>
              <a:cs typeface="Arial" panose="020B0604020202020204" pitchFamily="34" charset="0"/>
            </a:endParaRPr>
          </a:p>
          <a:p>
            <a:pPr algn="just">
              <a:spcBef>
                <a:spcPts val="600"/>
              </a:spcBef>
              <a:spcAft>
                <a:spcPts val="500"/>
              </a:spcAft>
            </a:pPr>
            <a:r>
              <a:rPr lang="en-US" altLang="zh-CN" sz="1200">
                <a:latin typeface="等线" panose="02010600030101010101" pitchFamily="2" charset="-122"/>
                <a:ea typeface="等线" panose="02010600030101010101" pitchFamily="2" charset="-122"/>
                <a:cs typeface="Arial" panose="020B0604020202020204" pitchFamily="34" charset="0"/>
              </a:rPr>
              <a:t>Supporting Libraries: Abstract the hardware and communication process to facilitate the development process</a:t>
            </a:r>
            <a:endParaRPr lang="en-US" altLang="zh-CN" sz="1200">
              <a:latin typeface="等线" panose="02010600030101010101" pitchFamily="2" charset="-122"/>
              <a:ea typeface="等线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990725" y="1406525"/>
            <a:ext cx="2125663" cy="1298575"/>
          </a:xfrm>
          <a:prstGeom prst="rect">
            <a:avLst/>
          </a:prstGeom>
          <a:noFill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lIns="57396" tIns="28696" rIns="57396" bIns="28696" anchor="ctr"/>
          <a:lstStyle/>
          <a:p>
            <a:pPr algn="ctr" defTabSz="1088390">
              <a:lnSpc>
                <a:spcPct val="107000"/>
              </a:lnSpc>
              <a:spcAft>
                <a:spcPts val="500"/>
              </a:spcAft>
              <a:defRPr/>
            </a:pPr>
            <a:r>
              <a:rPr lang="en-US" sz="1200" dirty="0">
                <a:ea typeface="等线" panose="02010600030101010101" pitchFamily="2" charset="-122"/>
                <a:cs typeface="Arial" panose="020B0604020202020204" pitchFamily="34" charset="0"/>
              </a:rPr>
              <a:t> S</a:t>
            </a:r>
            <a:r>
              <a:rPr lang="en-US" altLang="zh-CN" sz="1200" dirty="0">
                <a:ea typeface="等线" panose="02010600030101010101" pitchFamily="2" charset="-122"/>
                <a:cs typeface="Arial" panose="020B0604020202020204" pitchFamily="34" charset="0"/>
              </a:rPr>
              <a:t>erial algorithm</a:t>
            </a:r>
            <a:endParaRPr lang="en-US" sz="1200" dirty="0">
              <a:ea typeface="等线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922463" y="901700"/>
            <a:ext cx="5181600" cy="41116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7396" tIns="28696" rIns="57396" bIns="28696" anchor="ctr"/>
          <a:lstStyle/>
          <a:p>
            <a:pPr algn="ctr" defTabSz="1088390">
              <a:lnSpc>
                <a:spcPct val="107000"/>
              </a:lnSpc>
              <a:spcAft>
                <a:spcPts val="500"/>
              </a:spcAft>
              <a:defRPr/>
            </a:pPr>
            <a:r>
              <a:rPr lang="en-US" sz="1200" dirty="0">
                <a:ea typeface="等线" panose="02010600030101010101" pitchFamily="2" charset="-122"/>
                <a:cs typeface="Arial" panose="020B0604020202020204" pitchFamily="34" charset="0"/>
              </a:rPr>
              <a:t>Applications(</a:t>
            </a:r>
            <a:r>
              <a:rPr lang="en-US" altLang="zh-CN" sz="1200" dirty="0">
                <a:ea typeface="等线" panose="02010600030101010101" pitchFamily="2" charset="-122"/>
                <a:cs typeface="Arial" panose="020B0604020202020204" pitchFamily="34" charset="0"/>
              </a:rPr>
              <a:t>Database,</a:t>
            </a:r>
            <a:r>
              <a:rPr lang="en-US" sz="1200" dirty="0">
                <a:ea typeface="等线" panose="02010600030101010101" pitchFamily="2" charset="-122"/>
                <a:cs typeface="Arial" panose="020B0604020202020204" pitchFamily="34" charset="0"/>
              </a:rPr>
              <a:t> ML, Big Data, </a:t>
            </a:r>
            <a:r>
              <a:rPr lang="en-US" altLang="zh-CN" sz="1200" dirty="0">
                <a:ea typeface="等线" panose="02010600030101010101" pitchFamily="2" charset="-122"/>
                <a:cs typeface="Arial" panose="020B0604020202020204" pitchFamily="34" charset="0"/>
              </a:rPr>
              <a:t>etc.)</a:t>
            </a:r>
            <a:endParaRPr lang="en-US" sz="1200" dirty="0">
              <a:ea typeface="等线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822825" y="2317750"/>
            <a:ext cx="2179638" cy="3873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7396" tIns="28696" rIns="57396" bIns="28696" anchor="ctr"/>
          <a:lstStyle/>
          <a:p>
            <a:pPr algn="ctr" defTabSz="1088390">
              <a:lnSpc>
                <a:spcPct val="107000"/>
              </a:lnSpc>
              <a:spcAft>
                <a:spcPts val="500"/>
              </a:spcAft>
              <a:defRPr/>
            </a:pPr>
            <a:r>
              <a:rPr lang="en-US" altLang="zh-CN" dirty="0">
                <a:ea typeface="等线" panose="02010600030101010101" pitchFamily="2" charset="-122"/>
                <a:cs typeface="Arial" panose="020B0604020202020204" pitchFamily="34" charset="0"/>
              </a:rPr>
              <a:t>Supporting Libraries</a:t>
            </a:r>
            <a:endParaRPr lang="en-US" altLang="zh-CN" dirty="0">
              <a:ea typeface="等线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826000" y="1406525"/>
            <a:ext cx="2192338" cy="812800"/>
          </a:xfrm>
          <a:prstGeom prst="rect">
            <a:avLst/>
          </a:prstGeom>
          <a:pattFill prst="pct5">
            <a:fgClr>
              <a:schemeClr val="accent1"/>
            </a:fgClr>
            <a:bgClr>
              <a:schemeClr val="bg1"/>
            </a:bgClr>
          </a:pattFill>
          <a:ln>
            <a:solidFill>
              <a:srgbClr val="C00000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lIns="57396" tIns="28696" rIns="57396" bIns="28696" anchor="ctr"/>
          <a:lstStyle/>
          <a:p>
            <a:pPr algn="ctr" defTabSz="1088390">
              <a:lnSpc>
                <a:spcPct val="107000"/>
              </a:lnSpc>
              <a:spcAft>
                <a:spcPts val="500"/>
              </a:spcAft>
              <a:defRPr/>
            </a:pPr>
            <a:r>
              <a:rPr lang="en-US" sz="1200" dirty="0">
                <a:ea typeface="等线" panose="02010600030101010101" pitchFamily="2" charset="-122"/>
                <a:cs typeface="Arial" panose="020B0604020202020204" pitchFamily="34" charset="0"/>
              </a:rPr>
              <a:t>Parallel algorithm</a:t>
            </a:r>
            <a:endParaRPr lang="en-US" sz="1200" dirty="0">
              <a:ea typeface="等线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922463" y="2765425"/>
            <a:ext cx="5181600" cy="946150"/>
          </a:xfrm>
          <a:prstGeom prst="rect">
            <a:avLst/>
          </a:prstGeom>
          <a:noFill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lIns="57396" tIns="28696" rIns="57396" bIns="28696" anchor="b"/>
          <a:lstStyle/>
          <a:p>
            <a:pPr algn="ctr" defTabSz="1088390">
              <a:lnSpc>
                <a:spcPct val="107000"/>
              </a:lnSpc>
              <a:spcAft>
                <a:spcPts val="500"/>
              </a:spcAft>
              <a:defRPr/>
            </a:pPr>
            <a:r>
              <a:rPr lang="en-US" sz="1200" dirty="0">
                <a:ea typeface="等线" panose="02010600030101010101" pitchFamily="2" charset="-122"/>
                <a:cs typeface="Arial" panose="020B0604020202020204" pitchFamily="34" charset="0"/>
              </a:rPr>
              <a:t>Infrastructure</a:t>
            </a:r>
            <a:endParaRPr lang="en-US" sz="1200" dirty="0">
              <a:ea typeface="等线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22539" name="Arrow: Left-Right 9"/>
          <p:cNvSpPr>
            <a:spLocks noChangeArrowheads="1"/>
          </p:cNvSpPr>
          <p:nvPr/>
        </p:nvSpPr>
        <p:spPr bwMode="auto">
          <a:xfrm>
            <a:off x="4168775" y="1615957"/>
            <a:ext cx="619125" cy="430449"/>
          </a:xfrm>
          <a:prstGeom prst="leftRightArrow">
            <a:avLst>
              <a:gd name="adj1" fmla="val 50000"/>
              <a:gd name="adj2" fmla="val 49972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31885" tIns="31885" rIns="31885" bIns="31885" anchor="ctr">
            <a:spAutoFit/>
          </a:bodyPr>
          <a:lstStyle>
            <a:lvl1pPr>
              <a:defRPr sz="1100">
                <a:solidFill>
                  <a:srgbClr val="000000"/>
                </a:solidFill>
                <a:latin typeface="Canela Text Regular" charset="0"/>
                <a:ea typeface="Canela Text Regular" charset="0"/>
                <a:cs typeface="Canela Text Regular" charset="0"/>
                <a:sym typeface="Canela Text Regular" charset="0"/>
              </a:defRPr>
            </a:lvl1pPr>
            <a:lvl2pPr marL="742950" indent="-285750">
              <a:defRPr sz="1100">
                <a:solidFill>
                  <a:srgbClr val="000000"/>
                </a:solidFill>
                <a:latin typeface="Canela Text Regular" charset="0"/>
                <a:ea typeface="Canela Text Regular" charset="0"/>
                <a:cs typeface="Canela Text Regular" charset="0"/>
                <a:sym typeface="Canela Text Regular" charset="0"/>
              </a:defRPr>
            </a:lvl2pPr>
            <a:lvl3pPr marL="1143000" indent="-228600">
              <a:defRPr sz="1100">
                <a:solidFill>
                  <a:srgbClr val="000000"/>
                </a:solidFill>
                <a:latin typeface="Canela Text Regular" charset="0"/>
                <a:ea typeface="Canela Text Regular" charset="0"/>
                <a:cs typeface="Canela Text Regular" charset="0"/>
                <a:sym typeface="Canela Text Regular" charset="0"/>
              </a:defRPr>
            </a:lvl3pPr>
            <a:lvl4pPr marL="1600200" indent="-228600">
              <a:defRPr sz="1100">
                <a:solidFill>
                  <a:srgbClr val="000000"/>
                </a:solidFill>
                <a:latin typeface="Canela Text Regular" charset="0"/>
                <a:ea typeface="Canela Text Regular" charset="0"/>
                <a:cs typeface="Canela Text Regular" charset="0"/>
                <a:sym typeface="Canela Text Regular" charset="0"/>
              </a:defRPr>
            </a:lvl4pPr>
            <a:lvl5pPr marL="2057400" indent="-228600">
              <a:defRPr sz="1100">
                <a:solidFill>
                  <a:srgbClr val="000000"/>
                </a:solidFill>
                <a:latin typeface="Canela Text Regular" charset="0"/>
                <a:ea typeface="Canela Text Regular" charset="0"/>
                <a:cs typeface="Canela Text Regular" charset="0"/>
                <a:sym typeface="Canela Text Regular" charset="0"/>
              </a:defRPr>
            </a:lvl5pPr>
            <a:lvl6pPr marL="2514600" indent="-228600" defTabSz="1087755" eaLnBrk="0" fontAlgn="base" hangingPunct="0">
              <a:spcBef>
                <a:spcPct val="0"/>
              </a:spcBef>
              <a:spcAft>
                <a:spcPct val="0"/>
              </a:spcAft>
              <a:defRPr sz="1100">
                <a:solidFill>
                  <a:srgbClr val="000000"/>
                </a:solidFill>
                <a:latin typeface="Canela Text Regular" charset="0"/>
                <a:ea typeface="Canela Text Regular" charset="0"/>
                <a:cs typeface="Canela Text Regular" charset="0"/>
                <a:sym typeface="Canela Text Regular" charset="0"/>
              </a:defRPr>
            </a:lvl6pPr>
            <a:lvl7pPr marL="2971800" indent="-228600" defTabSz="1087755" eaLnBrk="0" fontAlgn="base" hangingPunct="0">
              <a:spcBef>
                <a:spcPct val="0"/>
              </a:spcBef>
              <a:spcAft>
                <a:spcPct val="0"/>
              </a:spcAft>
              <a:defRPr sz="1100">
                <a:solidFill>
                  <a:srgbClr val="000000"/>
                </a:solidFill>
                <a:latin typeface="Canela Text Regular" charset="0"/>
                <a:ea typeface="Canela Text Regular" charset="0"/>
                <a:cs typeface="Canela Text Regular" charset="0"/>
                <a:sym typeface="Canela Text Regular" charset="0"/>
              </a:defRPr>
            </a:lvl7pPr>
            <a:lvl8pPr marL="3429000" indent="-228600" defTabSz="1087755" eaLnBrk="0" fontAlgn="base" hangingPunct="0">
              <a:spcBef>
                <a:spcPct val="0"/>
              </a:spcBef>
              <a:spcAft>
                <a:spcPct val="0"/>
              </a:spcAft>
              <a:defRPr sz="1100">
                <a:solidFill>
                  <a:srgbClr val="000000"/>
                </a:solidFill>
                <a:latin typeface="Canela Text Regular" charset="0"/>
                <a:ea typeface="Canela Text Regular" charset="0"/>
                <a:cs typeface="Canela Text Regular" charset="0"/>
                <a:sym typeface="Canela Text Regular" charset="0"/>
              </a:defRPr>
            </a:lvl8pPr>
            <a:lvl9pPr marL="3886200" indent="-228600" defTabSz="1087755" eaLnBrk="0" fontAlgn="base" hangingPunct="0">
              <a:spcBef>
                <a:spcPct val="0"/>
              </a:spcBef>
              <a:spcAft>
                <a:spcPct val="0"/>
              </a:spcAft>
              <a:defRPr sz="1100">
                <a:solidFill>
                  <a:srgbClr val="000000"/>
                </a:solidFill>
                <a:latin typeface="Canela Text Regular" charset="0"/>
                <a:ea typeface="Canela Text Regular" charset="0"/>
                <a:cs typeface="Canela Text Regular" charset="0"/>
                <a:sym typeface="Canela Text Regular" charset="0"/>
              </a:defRPr>
            </a:lvl9pPr>
          </a:lstStyle>
          <a:p>
            <a:pPr algn="ctr" eaLnBrk="1">
              <a:lnSpc>
                <a:spcPct val="90000"/>
              </a:lnSpc>
            </a:pPr>
            <a:endParaRPr lang="en-US" altLang="en-US">
              <a:latin typeface="Helvetica" panose="020B0604020202020204" pitchFamily="34" charset="0"/>
              <a:ea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4822825" y="2913063"/>
            <a:ext cx="2179638" cy="38735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lIns="57396" tIns="28696" rIns="57396" bIns="28696" anchor="ctr"/>
          <a:lstStyle/>
          <a:p>
            <a:pPr algn="ctr" defTabSz="1088390">
              <a:lnSpc>
                <a:spcPct val="107000"/>
              </a:lnSpc>
              <a:spcAft>
                <a:spcPts val="500"/>
              </a:spcAft>
              <a:defRPr/>
            </a:pPr>
            <a:r>
              <a:rPr lang="en-US" altLang="zh-CN" dirty="0">
                <a:ea typeface="等线" panose="02010600030101010101" pitchFamily="2" charset="-122"/>
                <a:cs typeface="Arial" panose="020B0604020202020204" pitchFamily="34" charset="0"/>
              </a:rPr>
              <a:t>Network</a:t>
            </a:r>
            <a:endParaRPr lang="en-US" altLang="zh-CN" dirty="0">
              <a:ea typeface="等线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1990725" y="2846388"/>
            <a:ext cx="2178050" cy="38735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lIns="57396" tIns="28696" rIns="57396" bIns="28696" anchor="ctr"/>
          <a:lstStyle/>
          <a:p>
            <a:pPr algn="ctr" defTabSz="1088390">
              <a:lnSpc>
                <a:spcPct val="107000"/>
              </a:lnSpc>
              <a:spcAft>
                <a:spcPts val="500"/>
              </a:spcAft>
              <a:defRPr/>
            </a:pPr>
            <a:r>
              <a:rPr lang="en-US" altLang="zh-CN" dirty="0">
                <a:ea typeface="等线" panose="02010600030101010101" pitchFamily="2" charset="-122"/>
                <a:cs typeface="Arial" panose="020B0604020202020204" pitchFamily="34" charset="0"/>
              </a:rPr>
              <a:t>Machine</a:t>
            </a:r>
            <a:endParaRPr lang="en-US" altLang="zh-CN" dirty="0">
              <a:ea typeface="等线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22542" name="Right Brace 16"/>
          <p:cNvSpPr/>
          <p:nvPr/>
        </p:nvSpPr>
        <p:spPr bwMode="auto">
          <a:xfrm>
            <a:off x="4486275" y="3016859"/>
            <a:ext cx="182563" cy="224207"/>
          </a:xfrm>
          <a:prstGeom prst="rightBrace">
            <a:avLst>
              <a:gd name="adj1" fmla="val 8363"/>
              <a:gd name="adj2" fmla="val 50000"/>
            </a:avLst>
          </a:prstGeom>
          <a:noFill/>
          <a:ln w="25400" algn="ctr">
            <a:solidFill>
              <a:srgbClr val="000000"/>
            </a:solidFill>
            <a:miter lim="4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31885" tIns="31885" rIns="31885" bIns="31885" anchor="ctr">
            <a:spAutoFit/>
          </a:bodyPr>
          <a:lstStyle>
            <a:lvl1pPr>
              <a:defRPr sz="1100">
                <a:solidFill>
                  <a:srgbClr val="000000"/>
                </a:solidFill>
                <a:latin typeface="Canela Text Regular" charset="0"/>
                <a:ea typeface="Canela Text Regular" charset="0"/>
                <a:cs typeface="Canela Text Regular" charset="0"/>
                <a:sym typeface="Canela Text Regular" charset="0"/>
              </a:defRPr>
            </a:lvl1pPr>
            <a:lvl2pPr marL="742950" indent="-285750">
              <a:defRPr sz="1100">
                <a:solidFill>
                  <a:srgbClr val="000000"/>
                </a:solidFill>
                <a:latin typeface="Canela Text Regular" charset="0"/>
                <a:ea typeface="Canela Text Regular" charset="0"/>
                <a:cs typeface="Canela Text Regular" charset="0"/>
                <a:sym typeface="Canela Text Regular" charset="0"/>
              </a:defRPr>
            </a:lvl2pPr>
            <a:lvl3pPr marL="1143000" indent="-228600">
              <a:defRPr sz="1100">
                <a:solidFill>
                  <a:srgbClr val="000000"/>
                </a:solidFill>
                <a:latin typeface="Canela Text Regular" charset="0"/>
                <a:ea typeface="Canela Text Regular" charset="0"/>
                <a:cs typeface="Canela Text Regular" charset="0"/>
                <a:sym typeface="Canela Text Regular" charset="0"/>
              </a:defRPr>
            </a:lvl3pPr>
            <a:lvl4pPr marL="1600200" indent="-228600">
              <a:defRPr sz="1100">
                <a:solidFill>
                  <a:srgbClr val="000000"/>
                </a:solidFill>
                <a:latin typeface="Canela Text Regular" charset="0"/>
                <a:ea typeface="Canela Text Regular" charset="0"/>
                <a:cs typeface="Canela Text Regular" charset="0"/>
                <a:sym typeface="Canela Text Regular" charset="0"/>
              </a:defRPr>
            </a:lvl4pPr>
            <a:lvl5pPr marL="2057400" indent="-228600">
              <a:defRPr sz="1100">
                <a:solidFill>
                  <a:srgbClr val="000000"/>
                </a:solidFill>
                <a:latin typeface="Canela Text Regular" charset="0"/>
                <a:ea typeface="Canela Text Regular" charset="0"/>
                <a:cs typeface="Canela Text Regular" charset="0"/>
                <a:sym typeface="Canela Text Regular" charset="0"/>
              </a:defRPr>
            </a:lvl5pPr>
            <a:lvl6pPr marL="2514600" indent="-228600" defTabSz="1087755" eaLnBrk="0" fontAlgn="base" hangingPunct="0">
              <a:spcBef>
                <a:spcPct val="0"/>
              </a:spcBef>
              <a:spcAft>
                <a:spcPct val="0"/>
              </a:spcAft>
              <a:defRPr sz="1100">
                <a:solidFill>
                  <a:srgbClr val="000000"/>
                </a:solidFill>
                <a:latin typeface="Canela Text Regular" charset="0"/>
                <a:ea typeface="Canela Text Regular" charset="0"/>
                <a:cs typeface="Canela Text Regular" charset="0"/>
                <a:sym typeface="Canela Text Regular" charset="0"/>
              </a:defRPr>
            </a:lvl6pPr>
            <a:lvl7pPr marL="2971800" indent="-228600" defTabSz="1087755" eaLnBrk="0" fontAlgn="base" hangingPunct="0">
              <a:spcBef>
                <a:spcPct val="0"/>
              </a:spcBef>
              <a:spcAft>
                <a:spcPct val="0"/>
              </a:spcAft>
              <a:defRPr sz="1100">
                <a:solidFill>
                  <a:srgbClr val="000000"/>
                </a:solidFill>
                <a:latin typeface="Canela Text Regular" charset="0"/>
                <a:ea typeface="Canela Text Regular" charset="0"/>
                <a:cs typeface="Canela Text Regular" charset="0"/>
                <a:sym typeface="Canela Text Regular" charset="0"/>
              </a:defRPr>
            </a:lvl7pPr>
            <a:lvl8pPr marL="3429000" indent="-228600" defTabSz="1087755" eaLnBrk="0" fontAlgn="base" hangingPunct="0">
              <a:spcBef>
                <a:spcPct val="0"/>
              </a:spcBef>
              <a:spcAft>
                <a:spcPct val="0"/>
              </a:spcAft>
              <a:defRPr sz="1100">
                <a:solidFill>
                  <a:srgbClr val="000000"/>
                </a:solidFill>
                <a:latin typeface="Canela Text Regular" charset="0"/>
                <a:ea typeface="Canela Text Regular" charset="0"/>
                <a:cs typeface="Canela Text Regular" charset="0"/>
                <a:sym typeface="Canela Text Regular" charset="0"/>
              </a:defRPr>
            </a:lvl8pPr>
            <a:lvl9pPr marL="3886200" indent="-228600" defTabSz="1087755" eaLnBrk="0" fontAlgn="base" hangingPunct="0">
              <a:spcBef>
                <a:spcPct val="0"/>
              </a:spcBef>
              <a:spcAft>
                <a:spcPct val="0"/>
              </a:spcAft>
              <a:defRPr sz="1100">
                <a:solidFill>
                  <a:srgbClr val="000000"/>
                </a:solidFill>
                <a:latin typeface="Canela Text Regular" charset="0"/>
                <a:ea typeface="Canela Text Regular" charset="0"/>
                <a:cs typeface="Canela Text Regular" charset="0"/>
                <a:sym typeface="Canela Text Regular" charset="0"/>
              </a:defRPr>
            </a:lvl9pPr>
          </a:lstStyle>
          <a:p>
            <a:pPr algn="ctr" eaLnBrk="1">
              <a:lnSpc>
                <a:spcPct val="90000"/>
              </a:lnSpc>
            </a:pPr>
            <a:endParaRPr lang="en-US" altLang="en-US"/>
          </a:p>
        </p:txBody>
      </p:sp>
      <p:sp>
        <p:nvSpPr>
          <p:cNvPr id="18" name="Oval 17"/>
          <p:cNvSpPr/>
          <p:nvPr/>
        </p:nvSpPr>
        <p:spPr bwMode="auto">
          <a:xfrm>
            <a:off x="2091055" y="2937374"/>
            <a:ext cx="338138" cy="304438"/>
          </a:xfrm>
          <a:prstGeom prst="ellipse">
            <a:avLst/>
          </a:prstGeom>
          <a:solidFill>
            <a:srgbClr val="FFFF00"/>
          </a:solidFill>
          <a:ln>
            <a:headEnd type="none" w="med" len="med"/>
            <a:tailEnd type="none" w="med" len="med"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lIns="31885" tIns="31885" rIns="31885" bIns="31885" anchor="ctr">
            <a:spAutoFit/>
          </a:bodyPr>
          <a:lstStyle/>
          <a:p>
            <a:pPr algn="ctr" defTabSz="1088390" eaLnBrk="1">
              <a:lnSpc>
                <a:spcPct val="90000"/>
              </a:lnSpc>
              <a:defRPr/>
            </a:pPr>
            <a:r>
              <a:rPr lang="en-US" dirty="0">
                <a:solidFill>
                  <a:srgbClr val="000000"/>
                </a:solidFill>
                <a:latin typeface="Calibri Light" panose="020F0302020204030204" charset="0"/>
                <a:ea typeface="Canela Text Regular" charset="0"/>
                <a:cs typeface="Calibri Light" panose="020F0302020204030204" charset="0"/>
              </a:rPr>
              <a:t>1</a:t>
            </a:r>
            <a:endParaRPr lang="en-US" dirty="0">
              <a:solidFill>
                <a:srgbClr val="000000"/>
              </a:solidFill>
              <a:latin typeface="Calibri Light" panose="020F0302020204030204" charset="0"/>
              <a:ea typeface="Canela Text Regular" charset="0"/>
              <a:cs typeface="Calibri Light" panose="020F0302020204030204" charset="0"/>
            </a:endParaRPr>
          </a:p>
        </p:txBody>
      </p:sp>
      <p:sp>
        <p:nvSpPr>
          <p:cNvPr id="19" name="Oval 18"/>
          <p:cNvSpPr/>
          <p:nvPr/>
        </p:nvSpPr>
        <p:spPr bwMode="auto">
          <a:xfrm>
            <a:off x="6664325" y="2937060"/>
            <a:ext cx="338138" cy="304429"/>
          </a:xfrm>
          <a:prstGeom prst="ellipse">
            <a:avLst/>
          </a:prstGeom>
          <a:solidFill>
            <a:srgbClr val="FFFF00"/>
          </a:solidFill>
          <a:ln>
            <a:headEnd type="none" w="med" len="med"/>
            <a:tailEnd type="none" w="med" len="med"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lIns="31885" tIns="31885" rIns="31885" bIns="31885" anchor="ctr">
            <a:spAutoFit/>
          </a:bodyPr>
          <a:lstStyle/>
          <a:p>
            <a:pPr algn="ctr" defTabSz="1088390" eaLnBrk="1">
              <a:lnSpc>
                <a:spcPct val="90000"/>
              </a:lnSpc>
              <a:defRPr/>
            </a:pPr>
            <a:r>
              <a:rPr lang="en-US" dirty="0">
                <a:solidFill>
                  <a:srgbClr val="000000"/>
                </a:solidFill>
                <a:latin typeface="Calibri Light" panose="020F0302020204030204" charset="0"/>
                <a:ea typeface="Canela Text Regular" charset="0"/>
                <a:cs typeface="Calibri Light" panose="020F0302020204030204" charset="0"/>
              </a:rPr>
              <a:t>2</a:t>
            </a:r>
            <a:endParaRPr lang="en-US" dirty="0">
              <a:solidFill>
                <a:srgbClr val="000000"/>
              </a:solidFill>
              <a:latin typeface="Calibri Light" panose="020F0302020204030204" charset="0"/>
              <a:ea typeface="Canela Text Regular" charset="0"/>
              <a:cs typeface="Calibri Light" panose="020F0302020204030204" charset="0"/>
            </a:endParaRPr>
          </a:p>
        </p:txBody>
      </p:sp>
      <p:sp>
        <p:nvSpPr>
          <p:cNvPr id="20" name="Oval 19"/>
          <p:cNvSpPr/>
          <p:nvPr/>
        </p:nvSpPr>
        <p:spPr bwMode="auto">
          <a:xfrm>
            <a:off x="6648450" y="2356020"/>
            <a:ext cx="338138" cy="304461"/>
          </a:xfrm>
          <a:prstGeom prst="ellipse">
            <a:avLst/>
          </a:prstGeom>
          <a:solidFill>
            <a:srgbClr val="FFFF00"/>
          </a:solidFill>
          <a:ln>
            <a:headEnd type="none" w="med" len="med"/>
            <a:tailEnd type="none" w="med" len="med"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lIns="31885" tIns="31885" rIns="31885" bIns="31885" anchor="ctr">
            <a:spAutoFit/>
          </a:bodyPr>
          <a:lstStyle/>
          <a:p>
            <a:pPr algn="ctr" defTabSz="1088390" eaLnBrk="1">
              <a:lnSpc>
                <a:spcPct val="90000"/>
              </a:lnSpc>
              <a:defRPr/>
            </a:pPr>
            <a:r>
              <a:rPr lang="en-US" dirty="0">
                <a:solidFill>
                  <a:srgbClr val="000000"/>
                </a:solidFill>
                <a:latin typeface="Calibri Light" panose="020F0302020204030204" charset="0"/>
                <a:ea typeface="Canela Text Regular" charset="0"/>
                <a:cs typeface="Calibri Light" panose="020F0302020204030204" charset="0"/>
              </a:rPr>
              <a:t>3</a:t>
            </a:r>
            <a:endParaRPr lang="en-US" dirty="0">
              <a:solidFill>
                <a:srgbClr val="000000"/>
              </a:solidFill>
              <a:latin typeface="Calibri Light" panose="020F0302020204030204" charset="0"/>
              <a:ea typeface="Canela Text Regular" charset="0"/>
              <a:cs typeface="Calibri Light" panose="020F0302020204030204" charset="0"/>
            </a:endParaRPr>
          </a:p>
        </p:txBody>
      </p:sp>
      <p:sp>
        <p:nvSpPr>
          <p:cNvPr id="21" name="Oval 20"/>
          <p:cNvSpPr/>
          <p:nvPr/>
        </p:nvSpPr>
        <p:spPr bwMode="auto">
          <a:xfrm>
            <a:off x="6576695" y="1457495"/>
            <a:ext cx="338138" cy="304461"/>
          </a:xfrm>
          <a:prstGeom prst="ellipse">
            <a:avLst/>
          </a:prstGeom>
          <a:solidFill>
            <a:srgbClr val="FFFF00"/>
          </a:solidFill>
          <a:ln>
            <a:headEnd type="none" w="med" len="med"/>
            <a:tailEnd type="none" w="med" len="med"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lIns="31885" tIns="31885" rIns="31885" bIns="31885" anchor="ctr">
            <a:spAutoFit/>
          </a:bodyPr>
          <a:lstStyle/>
          <a:p>
            <a:pPr algn="ctr" defTabSz="1088390" eaLnBrk="1">
              <a:lnSpc>
                <a:spcPct val="90000"/>
              </a:lnSpc>
              <a:defRPr/>
            </a:pPr>
            <a:r>
              <a:rPr lang="en-US" dirty="0">
                <a:solidFill>
                  <a:srgbClr val="000000"/>
                </a:solidFill>
                <a:latin typeface="Calibri Light" panose="020F0302020204030204" charset="0"/>
                <a:ea typeface="Canela Text Regular" charset="0"/>
                <a:cs typeface="Calibri Light" panose="020F0302020204030204" charset="0"/>
              </a:rPr>
              <a:t>4</a:t>
            </a:r>
            <a:endParaRPr lang="en-US" dirty="0">
              <a:solidFill>
                <a:srgbClr val="000000"/>
              </a:solidFill>
              <a:latin typeface="Calibri Light" panose="020F0302020204030204" charset="0"/>
              <a:ea typeface="Canela Text Regular" charset="0"/>
              <a:cs typeface="Calibri Light" panose="020F0302020204030204" charset="0"/>
            </a:endParaRPr>
          </a:p>
        </p:txBody>
      </p:sp>
      <p:sp>
        <p:nvSpPr>
          <p:cNvPr id="22" name="Oval 21"/>
          <p:cNvSpPr/>
          <p:nvPr/>
        </p:nvSpPr>
        <p:spPr bwMode="auto">
          <a:xfrm>
            <a:off x="6821170" y="1459083"/>
            <a:ext cx="338138" cy="304461"/>
          </a:xfrm>
          <a:prstGeom prst="ellipse">
            <a:avLst/>
          </a:prstGeom>
          <a:solidFill>
            <a:srgbClr val="FFFF00"/>
          </a:solidFill>
          <a:ln>
            <a:headEnd type="none" w="med" len="med"/>
            <a:tailEnd type="none" w="med" len="med"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lIns="31885" tIns="31885" rIns="31885" bIns="31885" anchor="ctr">
            <a:spAutoFit/>
          </a:bodyPr>
          <a:lstStyle/>
          <a:p>
            <a:pPr algn="ctr" defTabSz="1088390" eaLnBrk="1">
              <a:lnSpc>
                <a:spcPct val="90000"/>
              </a:lnSpc>
              <a:defRPr/>
            </a:pPr>
            <a:r>
              <a:rPr lang="en-US" dirty="0">
                <a:solidFill>
                  <a:srgbClr val="000000"/>
                </a:solidFill>
                <a:latin typeface="Calibri Light" panose="020F0302020204030204" charset="0"/>
                <a:ea typeface="Canela Text Regular" charset="0"/>
                <a:cs typeface="Calibri Light" panose="020F0302020204030204" charset="0"/>
              </a:rPr>
              <a:t>5</a:t>
            </a:r>
            <a:endParaRPr lang="en-US" dirty="0">
              <a:solidFill>
                <a:srgbClr val="000000"/>
              </a:solidFill>
              <a:latin typeface="Calibri Light" panose="020F0302020204030204" charset="0"/>
              <a:ea typeface="Canela Text Regular" charset="0"/>
              <a:cs typeface="Calibri Light" panose="020F0302020204030204" charset="0"/>
            </a:endParaRPr>
          </a:p>
        </p:txBody>
      </p:sp>
      <p:sp>
        <p:nvSpPr>
          <p:cNvPr id="22548" name="下箭头 8"/>
          <p:cNvSpPr>
            <a:spLocks noChangeArrowheads="1"/>
          </p:cNvSpPr>
          <p:nvPr/>
        </p:nvSpPr>
        <p:spPr bwMode="auto">
          <a:xfrm rot="10800000">
            <a:off x="755650" y="2162014"/>
            <a:ext cx="503238" cy="428948"/>
          </a:xfrm>
          <a:prstGeom prst="downArrow">
            <a:avLst>
              <a:gd name="adj1" fmla="val 50000"/>
              <a:gd name="adj2" fmla="val 50076"/>
            </a:avLst>
          </a:prstGeom>
          <a:solidFill>
            <a:srgbClr val="FFFF00"/>
          </a:solidFill>
          <a:ln w="25400" algn="ctr">
            <a:solidFill>
              <a:srgbClr val="000000"/>
            </a:solidFill>
            <a:miter lim="400000"/>
          </a:ln>
        </p:spPr>
        <p:txBody>
          <a:bodyPr lIns="50799" tIns="50799" rIns="50799" bIns="50799" anchor="ctr">
            <a:spAutoFit/>
          </a:bodyPr>
          <a:lstStyle>
            <a:lvl1pPr defTabSz="1733550">
              <a:defRPr sz="1100">
                <a:solidFill>
                  <a:srgbClr val="000000"/>
                </a:solidFill>
                <a:latin typeface="Canela Text Regular" charset="0"/>
                <a:ea typeface="Canela Text Regular" charset="0"/>
                <a:cs typeface="Canela Text Regular" charset="0"/>
                <a:sym typeface="Canela Text Regular" charset="0"/>
              </a:defRPr>
            </a:lvl1pPr>
            <a:lvl2pPr marL="742950" indent="-285750" defTabSz="1733550">
              <a:defRPr sz="1100">
                <a:solidFill>
                  <a:srgbClr val="000000"/>
                </a:solidFill>
                <a:latin typeface="Canela Text Regular" charset="0"/>
                <a:ea typeface="Canela Text Regular" charset="0"/>
                <a:cs typeface="Canela Text Regular" charset="0"/>
                <a:sym typeface="Canela Text Regular" charset="0"/>
              </a:defRPr>
            </a:lvl2pPr>
            <a:lvl3pPr marL="1143000" indent="-228600" defTabSz="1733550">
              <a:defRPr sz="1100">
                <a:solidFill>
                  <a:srgbClr val="000000"/>
                </a:solidFill>
                <a:latin typeface="Canela Text Regular" charset="0"/>
                <a:ea typeface="Canela Text Regular" charset="0"/>
                <a:cs typeface="Canela Text Regular" charset="0"/>
                <a:sym typeface="Canela Text Regular" charset="0"/>
              </a:defRPr>
            </a:lvl3pPr>
            <a:lvl4pPr marL="1600200" indent="-228600" defTabSz="1733550">
              <a:defRPr sz="1100">
                <a:solidFill>
                  <a:srgbClr val="000000"/>
                </a:solidFill>
                <a:latin typeface="Canela Text Regular" charset="0"/>
                <a:ea typeface="Canela Text Regular" charset="0"/>
                <a:cs typeface="Canela Text Regular" charset="0"/>
                <a:sym typeface="Canela Text Regular" charset="0"/>
              </a:defRPr>
            </a:lvl4pPr>
            <a:lvl5pPr marL="2057400" indent="-228600" defTabSz="1733550">
              <a:defRPr sz="1100">
                <a:solidFill>
                  <a:srgbClr val="000000"/>
                </a:solidFill>
                <a:latin typeface="Canela Text Regular" charset="0"/>
                <a:ea typeface="Canela Text Regular" charset="0"/>
                <a:cs typeface="Canela Text Regular" charset="0"/>
                <a:sym typeface="Canela Text Regular" charset="0"/>
              </a:defRPr>
            </a:lvl5pPr>
            <a:lvl6pPr marL="2514600" indent="-228600" defTabSz="1733550" eaLnBrk="0" fontAlgn="base" hangingPunct="0">
              <a:spcBef>
                <a:spcPct val="0"/>
              </a:spcBef>
              <a:spcAft>
                <a:spcPct val="0"/>
              </a:spcAft>
              <a:defRPr sz="1100">
                <a:solidFill>
                  <a:srgbClr val="000000"/>
                </a:solidFill>
                <a:latin typeface="Canela Text Regular" charset="0"/>
                <a:ea typeface="Canela Text Regular" charset="0"/>
                <a:cs typeface="Canela Text Regular" charset="0"/>
                <a:sym typeface="Canela Text Regular" charset="0"/>
              </a:defRPr>
            </a:lvl6pPr>
            <a:lvl7pPr marL="2971800" indent="-228600" defTabSz="1733550" eaLnBrk="0" fontAlgn="base" hangingPunct="0">
              <a:spcBef>
                <a:spcPct val="0"/>
              </a:spcBef>
              <a:spcAft>
                <a:spcPct val="0"/>
              </a:spcAft>
              <a:defRPr sz="1100">
                <a:solidFill>
                  <a:srgbClr val="000000"/>
                </a:solidFill>
                <a:latin typeface="Canela Text Regular" charset="0"/>
                <a:ea typeface="Canela Text Regular" charset="0"/>
                <a:cs typeface="Canela Text Regular" charset="0"/>
                <a:sym typeface="Canela Text Regular" charset="0"/>
              </a:defRPr>
            </a:lvl7pPr>
            <a:lvl8pPr marL="3429000" indent="-228600" defTabSz="1733550" eaLnBrk="0" fontAlgn="base" hangingPunct="0">
              <a:spcBef>
                <a:spcPct val="0"/>
              </a:spcBef>
              <a:spcAft>
                <a:spcPct val="0"/>
              </a:spcAft>
              <a:defRPr sz="1100">
                <a:solidFill>
                  <a:srgbClr val="000000"/>
                </a:solidFill>
                <a:latin typeface="Canela Text Regular" charset="0"/>
                <a:ea typeface="Canela Text Regular" charset="0"/>
                <a:cs typeface="Canela Text Regular" charset="0"/>
                <a:sym typeface="Canela Text Regular" charset="0"/>
              </a:defRPr>
            </a:lvl8pPr>
            <a:lvl9pPr marL="3886200" indent="-228600" defTabSz="1733550" eaLnBrk="0" fontAlgn="base" hangingPunct="0">
              <a:spcBef>
                <a:spcPct val="0"/>
              </a:spcBef>
              <a:spcAft>
                <a:spcPct val="0"/>
              </a:spcAft>
              <a:defRPr sz="1100">
                <a:solidFill>
                  <a:srgbClr val="000000"/>
                </a:solidFill>
                <a:latin typeface="Canela Text Regular" charset="0"/>
                <a:ea typeface="Canela Text Regular" charset="0"/>
                <a:cs typeface="Canela Text Regular" charset="0"/>
                <a:sym typeface="Canela Text Regular" charset="0"/>
              </a:defRPr>
            </a:lvl9pPr>
          </a:lstStyle>
          <a:p>
            <a:pPr algn="ctr" eaLnBrk="1">
              <a:lnSpc>
                <a:spcPct val="90000"/>
              </a:lnSpc>
            </a:pPr>
            <a:endParaRPr lang="en-US" altLang="en-US" sz="1600">
              <a:latin typeface="Calibri Light" panose="020F0302020204030204" charset="0"/>
              <a:cs typeface="Calibri Light" panose="020F0302020204030204" charset="0"/>
            </a:endParaRPr>
          </a:p>
        </p:txBody>
      </p:sp>
      <p:sp>
        <p:nvSpPr>
          <p:cNvPr id="22549" name="TextBox 9"/>
          <p:cNvSpPr txBox="1">
            <a:spLocks noChangeArrowheads="1"/>
          </p:cNvSpPr>
          <p:nvPr/>
        </p:nvSpPr>
        <p:spPr bwMode="auto">
          <a:xfrm>
            <a:off x="835660" y="1727200"/>
            <a:ext cx="351790" cy="1174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 wrap="none">
            <a:spAutoFit/>
            <a:scene3d>
              <a:camera prst="orthographicFront"/>
              <a:lightRig rig="threePt" dir="t"/>
            </a:scene3d>
          </a:bodyPr>
          <a:lstStyle>
            <a:lvl1pPr>
              <a:defRPr sz="1100">
                <a:solidFill>
                  <a:srgbClr val="000000"/>
                </a:solidFill>
                <a:latin typeface="Canela Text Regular" charset="0"/>
                <a:ea typeface="Canela Text Regular" charset="0"/>
                <a:cs typeface="Canela Text Regular" charset="0"/>
                <a:sym typeface="Canela Text Regular" charset="0"/>
              </a:defRPr>
            </a:lvl1pPr>
            <a:lvl2pPr marL="742950" indent="-285750">
              <a:defRPr sz="1100">
                <a:solidFill>
                  <a:srgbClr val="000000"/>
                </a:solidFill>
                <a:latin typeface="Canela Text Regular" charset="0"/>
                <a:ea typeface="Canela Text Regular" charset="0"/>
                <a:cs typeface="Canela Text Regular" charset="0"/>
                <a:sym typeface="Canela Text Regular" charset="0"/>
              </a:defRPr>
            </a:lvl2pPr>
            <a:lvl3pPr marL="1143000" indent="-228600">
              <a:defRPr sz="1100">
                <a:solidFill>
                  <a:srgbClr val="000000"/>
                </a:solidFill>
                <a:latin typeface="Canela Text Regular" charset="0"/>
                <a:ea typeface="Canela Text Regular" charset="0"/>
                <a:cs typeface="Canela Text Regular" charset="0"/>
                <a:sym typeface="Canela Text Regular" charset="0"/>
              </a:defRPr>
            </a:lvl3pPr>
            <a:lvl4pPr marL="1600200" indent="-228600">
              <a:defRPr sz="1100">
                <a:solidFill>
                  <a:srgbClr val="000000"/>
                </a:solidFill>
                <a:latin typeface="Canela Text Regular" charset="0"/>
                <a:ea typeface="Canela Text Regular" charset="0"/>
                <a:cs typeface="Canela Text Regular" charset="0"/>
                <a:sym typeface="Canela Text Regular" charset="0"/>
              </a:defRPr>
            </a:lvl4pPr>
            <a:lvl5pPr marL="2057400" indent="-228600">
              <a:defRPr sz="1100">
                <a:solidFill>
                  <a:srgbClr val="000000"/>
                </a:solidFill>
                <a:latin typeface="Canela Text Regular" charset="0"/>
                <a:ea typeface="Canela Text Regular" charset="0"/>
                <a:cs typeface="Canela Text Regular" charset="0"/>
                <a:sym typeface="Canela Text Regular" charset="0"/>
              </a:defRPr>
            </a:lvl5pPr>
            <a:lvl6pPr marL="2514600" indent="-228600" defTabSz="1087755" eaLnBrk="0" fontAlgn="base" hangingPunct="0">
              <a:spcBef>
                <a:spcPct val="0"/>
              </a:spcBef>
              <a:spcAft>
                <a:spcPct val="0"/>
              </a:spcAft>
              <a:defRPr sz="1100">
                <a:solidFill>
                  <a:srgbClr val="000000"/>
                </a:solidFill>
                <a:latin typeface="Canela Text Regular" charset="0"/>
                <a:ea typeface="Canela Text Regular" charset="0"/>
                <a:cs typeface="Canela Text Regular" charset="0"/>
                <a:sym typeface="Canela Text Regular" charset="0"/>
              </a:defRPr>
            </a:lvl6pPr>
            <a:lvl7pPr marL="2971800" indent="-228600" defTabSz="1087755" eaLnBrk="0" fontAlgn="base" hangingPunct="0">
              <a:spcBef>
                <a:spcPct val="0"/>
              </a:spcBef>
              <a:spcAft>
                <a:spcPct val="0"/>
              </a:spcAft>
              <a:defRPr sz="1100">
                <a:solidFill>
                  <a:srgbClr val="000000"/>
                </a:solidFill>
                <a:latin typeface="Canela Text Regular" charset="0"/>
                <a:ea typeface="Canela Text Regular" charset="0"/>
                <a:cs typeface="Canela Text Regular" charset="0"/>
                <a:sym typeface="Canela Text Regular" charset="0"/>
              </a:defRPr>
            </a:lvl7pPr>
            <a:lvl8pPr marL="3429000" indent="-228600" defTabSz="1087755" eaLnBrk="0" fontAlgn="base" hangingPunct="0">
              <a:spcBef>
                <a:spcPct val="0"/>
              </a:spcBef>
              <a:spcAft>
                <a:spcPct val="0"/>
              </a:spcAft>
              <a:defRPr sz="1100">
                <a:solidFill>
                  <a:srgbClr val="000000"/>
                </a:solidFill>
                <a:latin typeface="Canela Text Regular" charset="0"/>
                <a:ea typeface="Canela Text Regular" charset="0"/>
                <a:cs typeface="Canela Text Regular" charset="0"/>
                <a:sym typeface="Canela Text Regular" charset="0"/>
              </a:defRPr>
            </a:lvl8pPr>
            <a:lvl9pPr marL="3886200" indent="-228600" defTabSz="1087755" eaLnBrk="0" fontAlgn="base" hangingPunct="0">
              <a:spcBef>
                <a:spcPct val="0"/>
              </a:spcBef>
              <a:spcAft>
                <a:spcPct val="0"/>
              </a:spcAft>
              <a:defRPr sz="1100">
                <a:solidFill>
                  <a:srgbClr val="000000"/>
                </a:solidFill>
                <a:latin typeface="Canela Text Regular" charset="0"/>
                <a:ea typeface="Canela Text Regular" charset="0"/>
                <a:cs typeface="Canela Text Regular" charset="0"/>
                <a:sym typeface="Canela Text Regular" charset="0"/>
              </a:defRPr>
            </a:lvl9pPr>
          </a:lstStyle>
          <a:p>
            <a:r>
              <a:rPr lang="en-US" altLang="en-US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 Light" panose="020F0302020204030204" charset="0"/>
                <a:cs typeface="Calibri Light" panose="020F0302020204030204" charset="0"/>
              </a:rPr>
              <a:t>Teaching Sequence</a:t>
            </a:r>
            <a:endParaRPr lang="en-US" altLang="en-US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libri Light" panose="020F0302020204030204" charset="0"/>
              <a:cs typeface="Calibri Light" panose="020F0302020204030204" charset="0"/>
            </a:endParaRPr>
          </a:p>
        </p:txBody>
      </p:sp>
    </p:spTree>
  </p:cSld>
  <p:clrMapOvr>
    <a:masterClrMapping/>
  </p:clrMapOvr>
  <p:transition spd="slow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>
                <a:sym typeface="+mn-ea"/>
              </a:rPr>
              <a:t>What is a Computer?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7980" y="3733165"/>
            <a:ext cx="8446770" cy="1035685"/>
          </a:xfrm>
        </p:spPr>
        <p:txBody>
          <a:bodyPr/>
          <a:p>
            <a:r>
              <a:rPr lang="en-US">
                <a:hlinkClick r:id="rId1" action="ppaction://hlinkfile"/>
              </a:rPr>
              <a:t>Three-Body</a:t>
            </a:r>
            <a:endParaRPr lang="en-US"/>
          </a:p>
          <a:p>
            <a:r>
              <a:rPr lang="en-US">
                <a:hlinkClick r:id="rId2" action="ppaction://hlinkfile"/>
              </a:rPr>
              <a:t>Minecraft</a:t>
            </a:r>
            <a:endParaRPr lang="en-US"/>
          </a:p>
          <a:p>
            <a:endParaRPr lang="en-US"/>
          </a:p>
        </p:txBody>
      </p:sp>
      <p:pic>
        <p:nvPicPr>
          <p:cNvPr id="100" name="Picture 99"/>
          <p:cNvPicPr/>
          <p:nvPr/>
        </p:nvPicPr>
        <p:blipFill>
          <a:blip r:embed="rId3"/>
          <a:stretch>
            <a:fillRect/>
          </a:stretch>
        </p:blipFill>
        <p:spPr>
          <a:xfrm>
            <a:off x="1085533" y="1203008"/>
            <a:ext cx="2352675" cy="13811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2" name="Picture 101"/>
          <p:cNvPicPr/>
          <p:nvPr/>
        </p:nvPicPr>
        <p:blipFill>
          <a:blip r:embed="rId4"/>
          <a:stretch>
            <a:fillRect/>
          </a:stretch>
        </p:blipFill>
        <p:spPr>
          <a:xfrm>
            <a:off x="4644390" y="941070"/>
            <a:ext cx="2794000" cy="1905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Text Box 3"/>
          <p:cNvSpPr txBox="1"/>
          <p:nvPr/>
        </p:nvSpPr>
        <p:spPr>
          <a:xfrm>
            <a:off x="1803400" y="2687320"/>
            <a:ext cx="30480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400">
                <a:latin typeface="Calibri Light" panose="020F0302020204030204" charset="0"/>
                <a:cs typeface="Calibri Light" panose="020F0302020204030204" charset="0"/>
              </a:rPr>
              <a:t>Suanpan</a:t>
            </a:r>
            <a:endParaRPr lang="en-US" sz="1400">
              <a:latin typeface="Calibri Light" panose="020F0302020204030204" charset="0"/>
              <a:cs typeface="Calibri Light" panose="020F0302020204030204" charset="0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5507990" y="2931795"/>
            <a:ext cx="30480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400">
                <a:latin typeface="Calibri Light" panose="020F0302020204030204" charset="0"/>
                <a:cs typeface="Calibri Light" panose="020F0302020204030204" charset="0"/>
              </a:rPr>
              <a:t>Slidable Ruler</a:t>
            </a:r>
            <a:endParaRPr lang="en-US" sz="1400">
              <a:latin typeface="Calibri Light" panose="020F0302020204030204" charset="0"/>
              <a:cs typeface="Calibri Light" panose="020F030202020403020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What is a Computer?</a:t>
            </a:r>
            <a:endParaRPr lang="en-US"/>
          </a:p>
        </p:txBody>
      </p:sp>
      <p:pic>
        <p:nvPicPr>
          <p:cNvPr id="6" name="Content Placeholder 5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764030" y="915670"/>
            <a:ext cx="6096000" cy="57785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9975" y="2283460"/>
            <a:ext cx="5054600" cy="1181100"/>
          </a:xfrm>
          <a:prstGeom prst="rect">
            <a:avLst/>
          </a:prstGeom>
        </p:spPr>
      </p:pic>
      <p:sp>
        <p:nvSpPr>
          <p:cNvPr id="9" name="Text Box 8"/>
          <p:cNvSpPr txBox="1"/>
          <p:nvPr/>
        </p:nvSpPr>
        <p:spPr>
          <a:xfrm>
            <a:off x="3288030" y="1564005"/>
            <a:ext cx="3048000" cy="2603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single-purpose computing machine</a:t>
            </a:r>
            <a:endParaRPr 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 Box 9"/>
          <p:cNvSpPr txBox="1"/>
          <p:nvPr/>
        </p:nvSpPr>
        <p:spPr>
          <a:xfrm>
            <a:off x="3359785" y="3579495"/>
            <a:ext cx="3048000" cy="2603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programmable data processor</a:t>
            </a:r>
            <a:endParaRPr 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Cases</a:t>
            </a:r>
            <a:endParaRPr 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446530" y="1197610"/>
            <a:ext cx="6248400" cy="30924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>
                <a:sym typeface="+mn-ea"/>
              </a:rPr>
              <a:t>Cases</a:t>
            </a:r>
            <a:endParaRPr 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595120" y="719455"/>
            <a:ext cx="5951855" cy="404939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z="2800"/>
              <a:t>How to build a conceptual computer?</a:t>
            </a:r>
            <a:endParaRPr lang="en-US" sz="28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/>
              <a:t>Simple Language + Machine on Paper</a:t>
            </a:r>
            <a:endParaRPr lang="en-US"/>
          </a:p>
          <a:p>
            <a:endParaRPr lang="en-US"/>
          </a:p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5500" y="1558925"/>
            <a:ext cx="7493000" cy="202565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Simple Language</a:t>
            </a:r>
            <a:endParaRPr 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347980" y="699770"/>
            <a:ext cx="8446770" cy="62992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615" y="1364615"/>
            <a:ext cx="8442960" cy="56261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605" y="2067560"/>
            <a:ext cx="8368030" cy="19608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Examples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/>
              <a:t>As powerful as any sophisticated language, e.g. C, Python, etc.</a:t>
            </a:r>
            <a:endParaRPr lang="en-US"/>
          </a:p>
          <a:p>
            <a:pPr lvl="1"/>
            <a:r>
              <a:rPr lang="en-US"/>
              <a:t>X ← 0</a:t>
            </a:r>
            <a:endParaRPr lang="en-US"/>
          </a:p>
          <a:p>
            <a:pPr lvl="1"/>
            <a:r>
              <a:rPr lang="en-US"/>
              <a:t>X ← n</a:t>
            </a:r>
            <a:endParaRPr lang="en-US"/>
          </a:p>
          <a:p>
            <a:pPr lvl="1"/>
            <a:r>
              <a:rPr lang="en-US"/>
              <a:t>Y ← X</a:t>
            </a:r>
            <a:endParaRPr lang="en-US"/>
          </a:p>
          <a:p>
            <a:pPr lvl="1"/>
            <a:r>
              <a:rPr lang="en-US"/>
              <a:t>Y ← Y + X</a:t>
            </a:r>
            <a:endParaRPr lang="en-US"/>
          </a:p>
          <a:p>
            <a:pPr lvl="1"/>
            <a:r>
              <a:rPr lang="en-US"/>
              <a:t>Y ← Y × X</a:t>
            </a:r>
            <a:endParaRPr lang="en-US"/>
          </a:p>
          <a:p>
            <a:pPr lvl="1"/>
            <a:r>
              <a:rPr lang="en-US"/>
              <a:t>if X then A</a:t>
            </a:r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1505" y="3221355"/>
            <a:ext cx="7505700" cy="82867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Turing Machine</a:t>
            </a:r>
            <a:endParaRPr 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79855" y="843915"/>
            <a:ext cx="6381750" cy="198120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/>
        </p:nvSpPr>
        <p:spPr>
          <a:xfrm>
            <a:off x="347980" y="3116580"/>
            <a:ext cx="8446770" cy="165227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31886" tIns="31886" rIns="31886" bIns="31886" numCol="1" anchor="t" anchorCtr="0" compatLnSpc="1"/>
          <a:lstStyle>
            <a:lvl1pPr marL="263525" indent="-263525" algn="l" defTabSz="1090930" rtl="0" eaLnBrk="0" fontAlgn="base" hangingPunct="0">
              <a:spcBef>
                <a:spcPts val="1250"/>
              </a:spcBef>
              <a:spcAft>
                <a:spcPct val="0"/>
              </a:spcAft>
              <a:buSzPct val="75000"/>
              <a:buChar char="•"/>
              <a:defRPr sz="19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Helvetica" panose="020B0604020202020204" pitchFamily="34" charset="0"/>
              </a:defRPr>
            </a:lvl1pPr>
            <a:lvl2pPr marL="494030" indent="-246380" algn="l" defTabSz="1090930" rtl="0" eaLnBrk="0" fontAlgn="base" hangingPunct="0">
              <a:spcBef>
                <a:spcPts val="1250"/>
              </a:spcBef>
              <a:spcAft>
                <a:spcPct val="0"/>
              </a:spcAft>
              <a:buSzPct val="175000"/>
              <a:buChar char="•"/>
              <a:defRPr sz="19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Helvetica" panose="020B0604020202020204" pitchFamily="34" charset="0"/>
              </a:defRPr>
            </a:lvl2pPr>
            <a:lvl3pPr marL="739775" indent="-246380" algn="l" defTabSz="1090930" rtl="0" eaLnBrk="0" fontAlgn="base" hangingPunct="0">
              <a:spcBef>
                <a:spcPts val="1250"/>
              </a:spcBef>
              <a:spcAft>
                <a:spcPct val="0"/>
              </a:spcAft>
              <a:buSzPct val="175000"/>
              <a:buChar char="•"/>
              <a:defRPr sz="19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Helvetica" panose="020B0604020202020204" pitchFamily="34" charset="0"/>
              </a:defRPr>
            </a:lvl3pPr>
            <a:lvl4pPr marL="987425" indent="-246380" algn="l" defTabSz="1090930" rtl="0" eaLnBrk="0" fontAlgn="base" hangingPunct="0">
              <a:spcBef>
                <a:spcPts val="1250"/>
              </a:spcBef>
              <a:spcAft>
                <a:spcPct val="0"/>
              </a:spcAft>
              <a:buSzPct val="175000"/>
              <a:buChar char="•"/>
              <a:defRPr sz="19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Helvetica" panose="020B0604020202020204" pitchFamily="34" charset="0"/>
              </a:defRPr>
            </a:lvl4pPr>
            <a:lvl5pPr marL="1235075" indent="-246380" algn="l" defTabSz="1090930" rtl="0" eaLnBrk="0" fontAlgn="base" hangingPunct="0">
              <a:spcBef>
                <a:spcPts val="1250"/>
              </a:spcBef>
              <a:spcAft>
                <a:spcPct val="0"/>
              </a:spcAft>
              <a:buSzPct val="175000"/>
              <a:buChar char="•"/>
              <a:defRPr sz="19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Helvetica" panose="020B0604020202020204" pitchFamily="34" charset="0"/>
              </a:defRPr>
            </a:lvl5pPr>
            <a:lvl6pPr marL="1578610" indent="-143510" algn="l" defTabSz="574040" rtl="0" eaLnBrk="1" latinLnBrk="0" hangingPunct="1">
              <a:lnSpc>
                <a:spcPct val="90000"/>
              </a:lnSpc>
              <a:spcBef>
                <a:spcPts val="315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65630" indent="-143510" algn="l" defTabSz="574040" rtl="0" eaLnBrk="1" latinLnBrk="0" hangingPunct="1">
              <a:lnSpc>
                <a:spcPct val="90000"/>
              </a:lnSpc>
              <a:spcBef>
                <a:spcPts val="315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52015" indent="-143510" algn="l" defTabSz="574040" rtl="0" eaLnBrk="1" latinLnBrk="0" hangingPunct="1">
              <a:lnSpc>
                <a:spcPct val="90000"/>
              </a:lnSpc>
              <a:spcBef>
                <a:spcPts val="315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9035" indent="-143510" algn="l" defTabSz="574040" rtl="0" eaLnBrk="1" latinLnBrk="0" hangingPunct="1">
              <a:lnSpc>
                <a:spcPct val="90000"/>
              </a:lnSpc>
              <a:spcBef>
                <a:spcPts val="315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US"/>
              <a:t>Tape</a:t>
            </a:r>
            <a:endParaRPr lang="en-US"/>
          </a:p>
          <a:p>
            <a:pPr lvl="1"/>
            <a:endParaRPr lang="en-US"/>
          </a:p>
          <a:p>
            <a:pPr lvl="1"/>
            <a:r>
              <a:rPr lang="en-US">
                <a:sym typeface="+mn-ea"/>
              </a:rPr>
              <a:t>Read/write head</a:t>
            </a:r>
            <a:endParaRPr lang="en-US"/>
          </a:p>
          <a:p>
            <a:pPr lvl="1"/>
            <a:r>
              <a:rPr lang="en-US">
                <a:sym typeface="+mn-ea"/>
              </a:rPr>
              <a:t>Controller</a:t>
            </a:r>
            <a:endParaRPr lang="en-US"/>
          </a:p>
          <a:p>
            <a:pPr lvl="1"/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Demo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/>
              <a:t>https://doodles.google/doodle/alan-turings-100th-birthday/</a:t>
            </a:r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0025" y="915670"/>
            <a:ext cx="8743950" cy="321945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79705" y="1131570"/>
            <a:ext cx="8546465" cy="256603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652905" y="719455"/>
            <a:ext cx="5836285" cy="404939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6553" y="93663"/>
            <a:ext cx="8143875" cy="449262"/>
          </a:xfrm>
        </p:spPr>
        <p:txBody>
          <a:bodyPr/>
          <a:p>
            <a:r>
              <a:rPr lang="en-US" sz="2400"/>
              <a:t>*Turing Machine and Parallel Computing</a:t>
            </a:r>
            <a:endParaRPr lang="en-US" sz="24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7980" y="3478530"/>
            <a:ext cx="8446770" cy="1290320"/>
          </a:xfrm>
        </p:spPr>
        <p:txBody>
          <a:bodyPr/>
          <a:p>
            <a:r>
              <a:rPr lang="en-US"/>
              <a:t>Computationally equivalent to serial version</a:t>
            </a:r>
            <a:endParaRPr lang="en-US"/>
          </a:p>
        </p:txBody>
      </p:sp>
      <p:pic>
        <p:nvPicPr>
          <p:cNvPr id="103" name="Picture 102"/>
          <p:cNvPicPr/>
          <p:nvPr/>
        </p:nvPicPr>
        <p:blipFill>
          <a:blip r:embed="rId1"/>
          <a:stretch>
            <a:fillRect/>
          </a:stretch>
        </p:blipFill>
        <p:spPr>
          <a:xfrm>
            <a:off x="395288" y="1751648"/>
            <a:ext cx="4048124" cy="11334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4" name="Picture 103"/>
          <p:cNvPicPr/>
          <p:nvPr/>
        </p:nvPicPr>
        <p:blipFill>
          <a:blip r:embed="rId2"/>
          <a:stretch>
            <a:fillRect/>
          </a:stretch>
        </p:blipFill>
        <p:spPr>
          <a:xfrm>
            <a:off x="5220335" y="915670"/>
            <a:ext cx="3740785" cy="22796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commondata" val="eyJoZGlkIjoiNjJjNTFkOTdkODM4ZDJhZTE0NWNhZWEyMDljZmVjZjEifQ=="/>
</p:tagLst>
</file>

<file path=ppt/theme/theme1.xml><?xml version="1.0" encoding="utf-8"?>
<a:theme xmlns:a="http://schemas.openxmlformats.org/drawingml/2006/main" name="23_ClassicWhite">
  <a:themeElements>
    <a:clrScheme name="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3E74D1"/>
      </a:accent1>
      <a:accent2>
        <a:srgbClr val="33C5B9"/>
      </a:accent2>
      <a:accent3>
        <a:srgbClr val="FFFFFF"/>
      </a:accent3>
      <a:accent4>
        <a:srgbClr val="000000"/>
      </a:accent4>
      <a:accent5>
        <a:srgbClr val="AFBCE5"/>
      </a:accent5>
      <a:accent6>
        <a:srgbClr val="2DB2A7"/>
      </a:accent6>
      <a:hlink>
        <a:srgbClr val="0000FF"/>
      </a:hlink>
      <a:folHlink>
        <a:srgbClr val="FF00FF"/>
      </a:folHlink>
    </a:clrScheme>
    <a:fontScheme name="23_ClassicWhite">
      <a:majorFont>
        <a:latin typeface="Helvetica"/>
        <a:ea typeface="Helvetica"/>
        <a:cs typeface="Helvetica"/>
      </a:majorFont>
      <a:minorFont>
        <a:latin typeface="Helvetica"/>
        <a:ea typeface="Helvetica"/>
        <a:cs typeface="Helvetic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0000"/>
        </a:solidFill>
        <a:ln w="25400" cap="flat" cmpd="sng" algn="ctr">
          <a:solidFill>
            <a:srgbClr val="000000"/>
          </a:solidFill>
          <a:prstDash val="solid"/>
          <a:miter lim="400000"/>
          <a:headEnd type="none" w="med" len="med"/>
          <a:tailEnd type="none" w="med" len="med"/>
        </a:ln>
      </a:spPr>
      <a:bodyPr vert="horz" wrap="square" lIns="50800" tIns="50800" rIns="50800" bIns="50800" numCol="1" anchor="ctr" anchorCtr="0" compatLnSpc="1">
        <a:spAutoFit/>
      </a:bodyPr>
      <a:lstStyle>
        <a:defPPr marL="0" marR="0" indent="0" algn="ctr" defTabSz="1733550" rtl="0" eaLnBrk="1" fontAlgn="base" latinLnBrk="0" hangingPunct="0">
          <a:lnSpc>
            <a:spcPct val="9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altLang="en-US" sz="16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Canela Text Regular" charset="0"/>
            <a:ea typeface="Canela Text Regular" charset="0"/>
            <a:cs typeface="Canela Text Regular" charset="0"/>
            <a:sym typeface="Canela Text Regular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0000"/>
        </a:solidFill>
        <a:ln w="25400" cap="flat" cmpd="sng" algn="ctr">
          <a:solidFill>
            <a:srgbClr val="000000"/>
          </a:solidFill>
          <a:prstDash val="solid"/>
          <a:miter lim="400000"/>
          <a:headEnd type="none" w="med" len="med"/>
          <a:tailEnd type="none" w="med" len="med"/>
        </a:ln>
      </a:spPr>
      <a:bodyPr vert="horz" wrap="square" lIns="50800" tIns="50800" rIns="50800" bIns="50800" numCol="1" anchor="ctr" anchorCtr="0" compatLnSpc="1">
        <a:spAutoFit/>
      </a:bodyPr>
      <a:lstStyle>
        <a:defPPr marL="0" marR="0" indent="0" algn="ctr" defTabSz="1733550" rtl="0" eaLnBrk="1" fontAlgn="base" latinLnBrk="0" hangingPunct="0">
          <a:lnSpc>
            <a:spcPct val="9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altLang="en-US" sz="16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Canela Text Regular" charset="0"/>
            <a:ea typeface="Canela Text Regular" charset="0"/>
            <a:cs typeface="Canela Text Regular" charset="0"/>
            <a:sym typeface="Canela Text Regular" charset="0"/>
          </a:defRPr>
        </a:defPPr>
      </a:lst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3E74D1"/>
      </a:accent1>
      <a:accent2>
        <a:srgbClr val="33C5B9"/>
      </a:accent2>
      <a:accent3>
        <a:srgbClr val="FFFFFF"/>
      </a:accent3>
      <a:accent4>
        <a:srgbClr val="000000"/>
      </a:accent4>
      <a:accent5>
        <a:srgbClr val="AFBCE5"/>
      </a:accent5>
      <a:accent6>
        <a:srgbClr val="2DB2A7"/>
      </a:accent6>
      <a:hlink>
        <a:srgbClr val="0000FF"/>
      </a:hlink>
      <a:folHlink>
        <a:srgbClr val="FF00FF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0</TotalTime>
  <Words>1172</Words>
  <Application>WPS 演示</Application>
  <PresentationFormat>On-screen Show (16:9)</PresentationFormat>
  <Paragraphs>96</Paragraphs>
  <Slides>15</Slides>
  <Notes>12</Notes>
  <HiddenSlides>0</HiddenSlides>
  <MMClips>1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8" baseType="lpstr">
      <vt:lpstr>Arial</vt:lpstr>
      <vt:lpstr>宋体</vt:lpstr>
      <vt:lpstr>Wingdings</vt:lpstr>
      <vt:lpstr>Canela Text Regular</vt:lpstr>
      <vt:lpstr>Segoe Print</vt:lpstr>
      <vt:lpstr>Helvetica</vt:lpstr>
      <vt:lpstr>Graphik</vt:lpstr>
      <vt:lpstr>Helvetica Neue</vt:lpstr>
      <vt:lpstr>等线</vt:lpstr>
      <vt:lpstr>Calibri Light</vt:lpstr>
      <vt:lpstr>微软雅黑</vt:lpstr>
      <vt:lpstr>Arial Unicode MS</vt:lpstr>
      <vt:lpstr>23_ClassicWhite</vt:lpstr>
      <vt:lpstr>DTS205TC High Performance Computing</vt:lpstr>
      <vt:lpstr>Technology stack</vt:lpstr>
      <vt:lpstr>What is a Computer?</vt:lpstr>
      <vt:lpstr>What is a Computer?</vt:lpstr>
      <vt:lpstr>Cases</vt:lpstr>
      <vt:lpstr>Cases</vt:lpstr>
      <vt:lpstr>How to build a conceptual computer?</vt:lpstr>
      <vt:lpstr>Simple Language</vt:lpstr>
      <vt:lpstr>Examples</vt:lpstr>
      <vt:lpstr>Turing Machine</vt:lpstr>
      <vt:lpstr>Demo</vt:lpstr>
      <vt:lpstr>PowerPoint 演示文稿</vt:lpstr>
      <vt:lpstr>PowerPoint 演示文稿</vt:lpstr>
      <vt:lpstr>PowerPoint 演示文稿</vt:lpstr>
      <vt:lpstr>*Turing Machine and Parallel Computing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DTS205TC High Performance Computing</dc:title>
  <dc:creator>andyz</dc:creator>
  <cp:lastModifiedBy>ZD</cp:lastModifiedBy>
  <cp:revision>1541</cp:revision>
  <dcterms:created xsi:type="dcterms:W3CDTF">2024-02-02T09:55:00Z</dcterms:created>
  <dcterms:modified xsi:type="dcterms:W3CDTF">2025-12-19T13:37:57Z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DB2FE34F351F4E3A87E104D330F63F36_12</vt:lpwstr>
  </property>
  <property fmtid="{D5CDD505-2E9C-101B-9397-08002B2CF9AE}" pid="3" name="KSOProductBuildVer">
    <vt:lpwstr>2052-12.1.0.24034</vt:lpwstr>
  </property>
</Properties>
</file>